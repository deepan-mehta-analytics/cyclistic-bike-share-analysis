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4976F5-4505-419E-818A-A71AE2A98D9C}" v="34" dt="2026-04-06T09:40:17.858"/>
    <p1510:client id="{BBC88CBC-E4E7-437C-B7AE-B7C1FFC513DB}" v="67" dt="2026-04-07T08:32:36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n Mehta" userId="c74e1ef3f0d3e855" providerId="LiveId" clId="{FD92F825-DED7-48EA-B3F7-33C2342FEAA9}"/>
    <pc:docChg chg="undo custSel modSld">
      <pc:chgData name="Deepan Mehta" userId="c74e1ef3f0d3e855" providerId="LiveId" clId="{FD92F825-DED7-48EA-B3F7-33C2342FEAA9}" dt="2026-04-07T08:32:36.545" v="927"/>
      <pc:docMkLst>
        <pc:docMk/>
      </pc:docMkLst>
      <pc:sldChg chg="addSp delSp modSp mod setBg addAnim delAnim modAnim">
        <pc:chgData name="Deepan Mehta" userId="c74e1ef3f0d3e855" providerId="LiveId" clId="{FD92F825-DED7-48EA-B3F7-33C2342FEAA9}" dt="2026-04-07T08:32:36.545" v="927"/>
        <pc:sldMkLst>
          <pc:docMk/>
          <pc:sldMk cId="0" sldId="256"/>
        </pc:sldMkLst>
        <pc:spChg chg="mod">
          <ac:chgData name="Deepan Mehta" userId="c74e1ef3f0d3e855" providerId="LiveId" clId="{FD92F825-DED7-48EA-B3F7-33C2342FEAA9}" dt="2026-04-07T08:24:07.091" v="873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eepan Mehta" userId="c74e1ef3f0d3e855" providerId="LiveId" clId="{FD92F825-DED7-48EA-B3F7-33C2342FEAA9}" dt="2026-04-07T08:31:57.423" v="923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8:59:05.701" v="486" actId="26606"/>
          <ac:spMkLst>
            <pc:docMk/>
            <pc:sldMk cId="0" sldId="256"/>
            <ac:spMk id="4" creationId="{520AAAE4-A9B9-10D2-0AD2-3CC59B273510}"/>
          </ac:spMkLst>
        </pc:spChg>
        <pc:spChg chg="add del">
          <ac:chgData name="Deepan Mehta" userId="c74e1ef3f0d3e855" providerId="LiveId" clId="{FD92F825-DED7-48EA-B3F7-33C2342FEAA9}" dt="2026-04-06T08:56:04.216" v="476" actId="26606"/>
          <ac:spMkLst>
            <pc:docMk/>
            <pc:sldMk cId="0" sldId="256"/>
            <ac:spMk id="11" creationId="{A3363022-C969-41E9-8EB2-E4C94908C1FA}"/>
          </ac:spMkLst>
        </pc:spChg>
        <pc:spChg chg="add del">
          <ac:chgData name="Deepan Mehta" userId="c74e1ef3f0d3e855" providerId="LiveId" clId="{FD92F825-DED7-48EA-B3F7-33C2342FEAA9}" dt="2026-04-06T08:56:04.216" v="476" actId="26606"/>
          <ac:spMkLst>
            <pc:docMk/>
            <pc:sldMk cId="0" sldId="256"/>
            <ac:spMk id="13" creationId="{8D1AD6B3-BE88-4CEB-BA17-790657CC4729}"/>
          </ac:spMkLst>
        </pc:spChg>
        <pc:spChg chg="add del">
          <ac:chgData name="Deepan Mehta" userId="c74e1ef3f0d3e855" providerId="LiveId" clId="{FD92F825-DED7-48EA-B3F7-33C2342FEAA9}" dt="2026-04-06T08:54:20.003" v="457" actId="26606"/>
          <ac:spMkLst>
            <pc:docMk/>
            <pc:sldMk cId="0" sldId="256"/>
            <ac:spMk id="23" creationId="{F12E7CC5-C78B-4EBD-9565-3FA00FAA6CF2}"/>
          </ac:spMkLst>
        </pc:spChg>
        <pc:spChg chg="add del">
          <ac:chgData name="Deepan Mehta" userId="c74e1ef3f0d3e855" providerId="LiveId" clId="{FD92F825-DED7-48EA-B3F7-33C2342FEAA9}" dt="2026-04-06T08:54:20.003" v="457" actId="26606"/>
          <ac:spMkLst>
            <pc:docMk/>
            <pc:sldMk cId="0" sldId="256"/>
            <ac:spMk id="25" creationId="{3A4529A5-F675-429F-8044-01372BB13422}"/>
          </ac:spMkLst>
        </pc:spChg>
        <pc:spChg chg="add del">
          <ac:chgData name="Deepan Mehta" userId="c74e1ef3f0d3e855" providerId="LiveId" clId="{FD92F825-DED7-48EA-B3F7-33C2342FEAA9}" dt="2026-04-06T08:54:20.003" v="457" actId="26606"/>
          <ac:spMkLst>
            <pc:docMk/>
            <pc:sldMk cId="0" sldId="256"/>
            <ac:spMk id="27" creationId="{63DAB858-5A0C-4AFF-AAC6-705EDF8DB733}"/>
          </ac:spMkLst>
        </pc:spChg>
        <pc:spChg chg="add del">
          <ac:chgData name="Deepan Mehta" userId="c74e1ef3f0d3e855" providerId="LiveId" clId="{FD92F825-DED7-48EA-B3F7-33C2342FEAA9}" dt="2026-04-06T08:55:14.356" v="471" actId="26606"/>
          <ac:spMkLst>
            <pc:docMk/>
            <pc:sldMk cId="0" sldId="256"/>
            <ac:spMk id="31" creationId="{712D4376-A578-4FF1-94FC-245E7A6A489F}"/>
          </ac:spMkLst>
        </pc:spChg>
        <pc:spChg chg="add del">
          <ac:chgData name="Deepan Mehta" userId="c74e1ef3f0d3e855" providerId="LiveId" clId="{FD92F825-DED7-48EA-B3F7-33C2342FEAA9}" dt="2026-04-06T08:54:26.651" v="459" actId="26606"/>
          <ac:spMkLst>
            <pc:docMk/>
            <pc:sldMk cId="0" sldId="256"/>
            <ac:spMk id="32" creationId="{B6FACB3C-9069-4791-BC5C-0DB7CD19B853}"/>
          </ac:spMkLst>
        </pc:spChg>
        <pc:spChg chg="add del">
          <ac:chgData name="Deepan Mehta" userId="c74e1ef3f0d3e855" providerId="LiveId" clId="{FD92F825-DED7-48EA-B3F7-33C2342FEAA9}" dt="2026-04-06T08:54:26.651" v="459" actId="26606"/>
          <ac:spMkLst>
            <pc:docMk/>
            <pc:sldMk cId="0" sldId="256"/>
            <ac:spMk id="33" creationId="{71F2038E-D777-4B76-81DD-DD13EE91B9DD}"/>
          </ac:spMkLst>
        </pc:spChg>
        <pc:spChg chg="add del">
          <ac:chgData name="Deepan Mehta" userId="c74e1ef3f0d3e855" providerId="LiveId" clId="{FD92F825-DED7-48EA-B3F7-33C2342FEAA9}" dt="2026-04-06T08:54:36.856" v="461" actId="26606"/>
          <ac:spMkLst>
            <pc:docMk/>
            <pc:sldMk cId="0" sldId="256"/>
            <ac:spMk id="36" creationId="{19D32F93-50AC-4C46-A5DB-291C60DDB7BD}"/>
          </ac:spMkLst>
        </pc:spChg>
        <pc:spChg chg="add del">
          <ac:chgData name="Deepan Mehta" userId="c74e1ef3f0d3e855" providerId="LiveId" clId="{FD92F825-DED7-48EA-B3F7-33C2342FEAA9}" dt="2026-04-06T08:54:36.856" v="461" actId="26606"/>
          <ac:spMkLst>
            <pc:docMk/>
            <pc:sldMk cId="0" sldId="256"/>
            <ac:spMk id="37" creationId="{B9A1D9BC-1455-4308-9ABD-A3F8EDB67AAF}"/>
          </ac:spMkLst>
        </pc:spChg>
        <pc:spChg chg="add del">
          <ac:chgData name="Deepan Mehta" userId="c74e1ef3f0d3e855" providerId="LiveId" clId="{FD92F825-DED7-48EA-B3F7-33C2342FEAA9}" dt="2026-04-06T08:54:36.856" v="461" actId="26606"/>
          <ac:spMkLst>
            <pc:docMk/>
            <pc:sldMk cId="0" sldId="256"/>
            <ac:spMk id="38" creationId="{827DC2C4-B485-428A-BF4A-472D2967F47F}"/>
          </ac:spMkLst>
        </pc:spChg>
        <pc:spChg chg="add del">
          <ac:chgData name="Deepan Mehta" userId="c74e1ef3f0d3e855" providerId="LiveId" clId="{FD92F825-DED7-48EA-B3F7-33C2342FEAA9}" dt="2026-04-06T08:54:36.856" v="461" actId="26606"/>
          <ac:spMkLst>
            <pc:docMk/>
            <pc:sldMk cId="0" sldId="256"/>
            <ac:spMk id="39" creationId="{4A62647B-1222-407C-8740-5A497612B1F5}"/>
          </ac:spMkLst>
        </pc:spChg>
        <pc:spChg chg="add del">
          <ac:chgData name="Deepan Mehta" userId="c74e1ef3f0d3e855" providerId="LiveId" clId="{FD92F825-DED7-48EA-B3F7-33C2342FEAA9}" dt="2026-04-06T08:54:41.105" v="463" actId="26606"/>
          <ac:spMkLst>
            <pc:docMk/>
            <pc:sldMk cId="0" sldId="256"/>
            <ac:spMk id="41" creationId="{337940BB-FBC4-492E-BD92-3B7B914D0EAE}"/>
          </ac:spMkLst>
        </pc:spChg>
        <pc:spChg chg="add del">
          <ac:chgData name="Deepan Mehta" userId="c74e1ef3f0d3e855" providerId="LiveId" clId="{FD92F825-DED7-48EA-B3F7-33C2342FEAA9}" dt="2026-04-06T08:54:41.105" v="463" actId="26606"/>
          <ac:spMkLst>
            <pc:docMk/>
            <pc:sldMk cId="0" sldId="256"/>
            <ac:spMk id="42" creationId="{3FCFB1DE-0B7E-48CC-BA90-B2AB0889F9D6}"/>
          </ac:spMkLst>
        </pc:spChg>
        <pc:spChg chg="add del">
          <ac:chgData name="Deepan Mehta" userId="c74e1ef3f0d3e855" providerId="LiveId" clId="{FD92F825-DED7-48EA-B3F7-33C2342FEAA9}" dt="2026-04-06T08:54:47.046" v="465" actId="26606"/>
          <ac:spMkLst>
            <pc:docMk/>
            <pc:sldMk cId="0" sldId="256"/>
            <ac:spMk id="44" creationId="{DF05ACD0-FF4A-4F8F-B5C5-6A4EBD0D1B38}"/>
          </ac:spMkLst>
        </pc:spChg>
        <pc:spChg chg="add del">
          <ac:chgData name="Deepan Mehta" userId="c74e1ef3f0d3e855" providerId="LiveId" clId="{FD92F825-DED7-48EA-B3F7-33C2342FEAA9}" dt="2026-04-06T08:54:47.046" v="465" actId="26606"/>
          <ac:spMkLst>
            <pc:docMk/>
            <pc:sldMk cId="0" sldId="256"/>
            <ac:spMk id="45" creationId="{4C9AFA28-B5ED-4346-9AF7-68A157F16C7E}"/>
          </ac:spMkLst>
        </pc:spChg>
        <pc:spChg chg="add del">
          <ac:chgData name="Deepan Mehta" userId="c74e1ef3f0d3e855" providerId="LiveId" clId="{FD92F825-DED7-48EA-B3F7-33C2342FEAA9}" dt="2026-04-06T08:55:01.721" v="467" actId="26606"/>
          <ac:spMkLst>
            <pc:docMk/>
            <pc:sldMk cId="0" sldId="256"/>
            <ac:spMk id="47" creationId="{7B831B6F-405A-4B47-B9BB-5CA88F285844}"/>
          </ac:spMkLst>
        </pc:spChg>
        <pc:spChg chg="add del">
          <ac:chgData name="Deepan Mehta" userId="c74e1ef3f0d3e855" providerId="LiveId" clId="{FD92F825-DED7-48EA-B3F7-33C2342FEAA9}" dt="2026-04-06T08:55:01.721" v="467" actId="26606"/>
          <ac:spMkLst>
            <pc:docMk/>
            <pc:sldMk cId="0" sldId="256"/>
            <ac:spMk id="48" creationId="{15109354-9C5D-4F8C-B0E6-D1043C7BF20A}"/>
          </ac:spMkLst>
        </pc:spChg>
        <pc:spChg chg="add del">
          <ac:chgData name="Deepan Mehta" userId="c74e1ef3f0d3e855" providerId="LiveId" clId="{FD92F825-DED7-48EA-B3F7-33C2342FEAA9}" dt="2026-04-06T08:55:01.721" v="467" actId="26606"/>
          <ac:spMkLst>
            <pc:docMk/>
            <pc:sldMk cId="0" sldId="256"/>
            <ac:spMk id="49" creationId="{49B530FE-A87D-41A0-A920-ADC6539EAA44}"/>
          </ac:spMkLst>
        </pc:spChg>
        <pc:spChg chg="add del">
          <ac:chgData name="Deepan Mehta" userId="c74e1ef3f0d3e855" providerId="LiveId" clId="{FD92F825-DED7-48EA-B3F7-33C2342FEAA9}" dt="2026-04-06T08:55:08.301" v="469" actId="26606"/>
          <ac:spMkLst>
            <pc:docMk/>
            <pc:sldMk cId="0" sldId="256"/>
            <ac:spMk id="51" creationId="{19D32F93-50AC-4C46-A5DB-291C60DDB7BD}"/>
          </ac:spMkLst>
        </pc:spChg>
        <pc:spChg chg="add del">
          <ac:chgData name="Deepan Mehta" userId="c74e1ef3f0d3e855" providerId="LiveId" clId="{FD92F825-DED7-48EA-B3F7-33C2342FEAA9}" dt="2026-04-06T08:55:08.301" v="469" actId="26606"/>
          <ac:spMkLst>
            <pc:docMk/>
            <pc:sldMk cId="0" sldId="256"/>
            <ac:spMk id="52" creationId="{827DC2C4-B485-428A-BF4A-472D2967F47F}"/>
          </ac:spMkLst>
        </pc:spChg>
        <pc:spChg chg="add del">
          <ac:chgData name="Deepan Mehta" userId="c74e1ef3f0d3e855" providerId="LiveId" clId="{FD92F825-DED7-48EA-B3F7-33C2342FEAA9}" dt="2026-04-06T08:55:08.301" v="469" actId="26606"/>
          <ac:spMkLst>
            <pc:docMk/>
            <pc:sldMk cId="0" sldId="256"/>
            <ac:spMk id="53" creationId="{EE04B5EB-F158-4507-90DD-BD23620C7CC9}"/>
          </ac:spMkLst>
        </pc:spChg>
        <pc:spChg chg="add del">
          <ac:chgData name="Deepan Mehta" userId="c74e1ef3f0d3e855" providerId="LiveId" clId="{FD92F825-DED7-48EA-B3F7-33C2342FEAA9}" dt="2026-04-06T08:55:14.356" v="471" actId="26606"/>
          <ac:spMkLst>
            <pc:docMk/>
            <pc:sldMk cId="0" sldId="256"/>
            <ac:spMk id="55" creationId="{5AE9FC70-8A26-4CF2-8E04-EBDADB8B81C4}"/>
          </ac:spMkLst>
        </pc:spChg>
        <pc:spChg chg="add del">
          <ac:chgData name="Deepan Mehta" userId="c74e1ef3f0d3e855" providerId="LiveId" clId="{FD92F825-DED7-48EA-B3F7-33C2342FEAA9}" dt="2026-04-06T08:55:14.356" v="471" actId="26606"/>
          <ac:spMkLst>
            <pc:docMk/>
            <pc:sldMk cId="0" sldId="256"/>
            <ac:spMk id="56" creationId="{609CB703-C563-4F1F-BF28-83C06E978C4F}"/>
          </ac:spMkLst>
        </pc:spChg>
        <pc:spChg chg="add del">
          <ac:chgData name="Deepan Mehta" userId="c74e1ef3f0d3e855" providerId="LiveId" clId="{FD92F825-DED7-48EA-B3F7-33C2342FEAA9}" dt="2026-04-06T08:55:14.356" v="471" actId="26606"/>
          <ac:spMkLst>
            <pc:docMk/>
            <pc:sldMk cId="0" sldId="256"/>
            <ac:spMk id="57" creationId="{C5CB530E-515E-412C-9DF1-5F8FFBD6F383}"/>
          </ac:spMkLst>
        </pc:spChg>
        <pc:spChg chg="add del">
          <ac:chgData name="Deepan Mehta" userId="c74e1ef3f0d3e855" providerId="LiveId" clId="{FD92F825-DED7-48EA-B3F7-33C2342FEAA9}" dt="2026-04-06T08:55:14.356" v="471" actId="26606"/>
          <ac:spMkLst>
            <pc:docMk/>
            <pc:sldMk cId="0" sldId="256"/>
            <ac:spMk id="58" creationId="{AEA7509D-F04F-40CB-A0B3-EEF16499CC9F}"/>
          </ac:spMkLst>
        </pc:spChg>
        <pc:spChg chg="add del">
          <ac:chgData name="Deepan Mehta" userId="c74e1ef3f0d3e855" providerId="LiveId" clId="{FD92F825-DED7-48EA-B3F7-33C2342FEAA9}" dt="2026-04-06T08:55:55.766" v="473" actId="26606"/>
          <ac:spMkLst>
            <pc:docMk/>
            <pc:sldMk cId="0" sldId="256"/>
            <ac:spMk id="60" creationId="{BCED4D40-4B67-4331-AC48-79B82B4A47D8}"/>
          </ac:spMkLst>
        </pc:spChg>
        <pc:spChg chg="add del">
          <ac:chgData name="Deepan Mehta" userId="c74e1ef3f0d3e855" providerId="LiveId" clId="{FD92F825-DED7-48EA-B3F7-33C2342FEAA9}" dt="2026-04-06T08:55:55.766" v="473" actId="26606"/>
          <ac:spMkLst>
            <pc:docMk/>
            <pc:sldMk cId="0" sldId="256"/>
            <ac:spMk id="61" creationId="{670CEDEF-4F34-412E-84EE-329C1E936AF5}"/>
          </ac:spMkLst>
        </pc:spChg>
        <pc:spChg chg="add del">
          <ac:chgData name="Deepan Mehta" userId="c74e1ef3f0d3e855" providerId="LiveId" clId="{FD92F825-DED7-48EA-B3F7-33C2342FEAA9}" dt="2026-04-06T08:56:04.211" v="475" actId="26606"/>
          <ac:spMkLst>
            <pc:docMk/>
            <pc:sldMk cId="0" sldId="256"/>
            <ac:spMk id="63" creationId="{3301E07F-4F79-4B58-8698-EF24DC1ECDBF}"/>
          </ac:spMkLst>
        </pc:spChg>
        <pc:spChg chg="add del">
          <ac:chgData name="Deepan Mehta" userId="c74e1ef3f0d3e855" providerId="LiveId" clId="{FD92F825-DED7-48EA-B3F7-33C2342FEAA9}" dt="2026-04-06T08:56:04.211" v="475" actId="26606"/>
          <ac:spMkLst>
            <pc:docMk/>
            <pc:sldMk cId="0" sldId="256"/>
            <ac:spMk id="64" creationId="{E58B2195-5055-402F-A3E7-53FF0E4980C3}"/>
          </ac:spMkLst>
        </pc:spChg>
        <pc:spChg chg="add del">
          <ac:chgData name="Deepan Mehta" userId="c74e1ef3f0d3e855" providerId="LiveId" clId="{FD92F825-DED7-48EA-B3F7-33C2342FEAA9}" dt="2026-04-06T08:56:04.211" v="475" actId="26606"/>
          <ac:spMkLst>
            <pc:docMk/>
            <pc:sldMk cId="0" sldId="256"/>
            <ac:spMk id="65" creationId="{9EE6F773-742A-491A-9A00-A2A150DF500A}"/>
          </ac:spMkLst>
        </pc:spChg>
        <pc:spChg chg="add del">
          <ac:chgData name="Deepan Mehta" userId="c74e1ef3f0d3e855" providerId="LiveId" clId="{FD92F825-DED7-48EA-B3F7-33C2342FEAA9}" dt="2026-04-06T08:59:05.701" v="486" actId="26606"/>
          <ac:spMkLst>
            <pc:docMk/>
            <pc:sldMk cId="0" sldId="256"/>
            <ac:spMk id="67" creationId="{BCED4D40-4B67-4331-AC48-79B82B4A47D8}"/>
          </ac:spMkLst>
        </pc:spChg>
        <pc:spChg chg="add del">
          <ac:chgData name="Deepan Mehta" userId="c74e1ef3f0d3e855" providerId="LiveId" clId="{FD92F825-DED7-48EA-B3F7-33C2342FEAA9}" dt="2026-04-06T08:59:05.701" v="486" actId="26606"/>
          <ac:spMkLst>
            <pc:docMk/>
            <pc:sldMk cId="0" sldId="256"/>
            <ac:spMk id="68" creationId="{670CEDEF-4F34-412E-84EE-329C1E936AF5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73" creationId="{3A397E3E-B90C-4D82-BAAA-36F7AC6A4565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79" creationId="{B8CCAA36-1E98-45B0-AAF9-D8807BA8EF22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83" creationId="{0390AF2C-728C-4687-B7A2-3F9C788EC361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85" creationId="{D1C510C0-DED1-4708-AA14-355E5AFF1262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91" creationId="{302D5D2F-11CF-47F1-B542-8ED3199DC02C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93" creationId="{79109165-7872-4D8A-A545-F48B3AF1D09E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95" creationId="{5438E66D-E34C-48D4-9F9D-021EBD568934}"/>
          </ac:spMkLst>
        </pc:spChg>
        <pc:spChg chg="add del">
          <ac:chgData name="Deepan Mehta" userId="c74e1ef3f0d3e855" providerId="LiveId" clId="{FD92F825-DED7-48EA-B3F7-33C2342FEAA9}" dt="2026-04-06T08:58:35.573" v="481" actId="26606"/>
          <ac:spMkLst>
            <pc:docMk/>
            <pc:sldMk cId="0" sldId="256"/>
            <ac:spMk id="104" creationId="{FEFCF180-A212-449F-8D07-5EC94B281A2E}"/>
          </ac:spMkLst>
        </pc:spChg>
        <pc:spChg chg="add del">
          <ac:chgData name="Deepan Mehta" userId="c74e1ef3f0d3e855" providerId="LiveId" clId="{FD92F825-DED7-48EA-B3F7-33C2342FEAA9}" dt="2026-04-06T08:59:05.696" v="485" actId="26606"/>
          <ac:spMkLst>
            <pc:docMk/>
            <pc:sldMk cId="0" sldId="256"/>
            <ac:spMk id="111" creationId="{2550BE34-C2B8-49B8-8519-67A8CAD51AE9}"/>
          </ac:spMkLst>
        </pc:spChg>
        <pc:spChg chg="add del">
          <ac:chgData name="Deepan Mehta" userId="c74e1ef3f0d3e855" providerId="LiveId" clId="{FD92F825-DED7-48EA-B3F7-33C2342FEAA9}" dt="2026-04-06T08:59:05.696" v="485" actId="26606"/>
          <ac:spMkLst>
            <pc:docMk/>
            <pc:sldMk cId="0" sldId="256"/>
            <ac:spMk id="112" creationId="{A7457DD9-5A45-400A-AB4B-4B4EDECA25F1}"/>
          </ac:spMkLst>
        </pc:spChg>
        <pc:spChg chg="add del">
          <ac:chgData name="Deepan Mehta" userId="c74e1ef3f0d3e855" providerId="LiveId" clId="{FD92F825-DED7-48EA-B3F7-33C2342FEAA9}" dt="2026-04-06T08:59:05.696" v="485" actId="26606"/>
          <ac:spMkLst>
            <pc:docMk/>
            <pc:sldMk cId="0" sldId="256"/>
            <ac:spMk id="113" creationId="{441CF7D6-A660-431A-B0BB-140A0D5556B6}"/>
          </ac:spMkLst>
        </pc:spChg>
        <pc:spChg chg="add del">
          <ac:chgData name="Deepan Mehta" userId="c74e1ef3f0d3e855" providerId="LiveId" clId="{FD92F825-DED7-48EA-B3F7-33C2342FEAA9}" dt="2026-04-06T08:59:05.696" v="485" actId="26606"/>
          <ac:spMkLst>
            <pc:docMk/>
            <pc:sldMk cId="0" sldId="256"/>
            <ac:spMk id="114" creationId="{0570A85B-3810-4F95-97B0-CBF4CCDB381C}"/>
          </ac:spMkLst>
        </pc:spChg>
        <pc:grpChg chg="add del">
          <ac:chgData name="Deepan Mehta" userId="c74e1ef3f0d3e855" providerId="LiveId" clId="{FD92F825-DED7-48EA-B3F7-33C2342FEAA9}" dt="2026-04-06T08:56:04.216" v="476" actId="26606"/>
          <ac:grpSpMkLst>
            <pc:docMk/>
            <pc:sldMk cId="0" sldId="256"/>
            <ac:grpSpMk id="15" creationId="{89D1390B-7E13-4B4F-9CB2-391063412E54}"/>
          </ac:grpSpMkLst>
        </pc:grpChg>
        <pc:grpChg chg="add del">
          <ac:chgData name="Deepan Mehta" userId="c74e1ef3f0d3e855" providerId="LiveId" clId="{FD92F825-DED7-48EA-B3F7-33C2342FEAA9}" dt="2026-04-06T08:54:26.651" v="459" actId="26606"/>
          <ac:grpSpMkLst>
            <pc:docMk/>
            <pc:sldMk cId="0" sldId="256"/>
            <ac:grpSpMk id="34" creationId="{DD354807-230F-4402-B1B9-F733A8F1F190}"/>
          </ac:grpSpMkLst>
        </pc:grpChg>
        <pc:grpChg chg="add del">
          <ac:chgData name="Deepan Mehta" userId="c74e1ef3f0d3e855" providerId="LiveId" clId="{FD92F825-DED7-48EA-B3F7-33C2342FEAA9}" dt="2026-04-06T08:58:52.106" v="483" actId="26606"/>
          <ac:grpSpMkLst>
            <pc:docMk/>
            <pc:sldMk cId="0" sldId="256"/>
            <ac:grpSpMk id="108" creationId="{1FD67D68-9B83-C338-8342-3348D8F22347}"/>
          </ac:grpSpMkLst>
        </pc:grpChg>
        <pc:grpChg chg="add">
          <ac:chgData name="Deepan Mehta" userId="c74e1ef3f0d3e855" providerId="LiveId" clId="{FD92F825-DED7-48EA-B3F7-33C2342FEAA9}" dt="2026-04-06T08:59:05.701" v="486" actId="26606"/>
          <ac:grpSpMkLst>
            <pc:docMk/>
            <pc:sldMk cId="0" sldId="256"/>
            <ac:grpSpMk id="116" creationId="{1FD67D68-9B83-C338-8342-3348D8F22347}"/>
          </ac:grpSpMkLst>
        </pc:grpChg>
        <pc:picChg chg="add mod ord">
          <ac:chgData name="Deepan Mehta" userId="c74e1ef3f0d3e855" providerId="LiveId" clId="{FD92F825-DED7-48EA-B3F7-33C2342FEAA9}" dt="2026-04-06T08:59:05.701" v="486" actId="26606"/>
          <ac:picMkLst>
            <pc:docMk/>
            <pc:sldMk cId="0" sldId="256"/>
            <ac:picMk id="8" creationId="{FA9FCA9F-2D0E-8029-16E3-DFDCCEAB78A6}"/>
          </ac:picMkLst>
        </pc:picChg>
      </pc:sldChg>
      <pc:sldChg chg="addSp delSp modSp mod setBg">
        <pc:chgData name="Deepan Mehta" userId="c74e1ef3f0d3e855" providerId="LiveId" clId="{FD92F825-DED7-48EA-B3F7-33C2342FEAA9}" dt="2026-04-07T08:28:21.262" v="884" actId="113"/>
        <pc:sldMkLst>
          <pc:docMk/>
          <pc:sldMk cId="0" sldId="257"/>
        </pc:sldMkLst>
        <pc:spChg chg="mod">
          <ac:chgData name="Deepan Mehta" userId="c74e1ef3f0d3e855" providerId="LiveId" clId="{FD92F825-DED7-48EA-B3F7-33C2342FEAA9}" dt="2026-04-06T09:00:44.461" v="497" actId="26606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7T08:28:21.262" v="884" actId="113"/>
          <ac:spMkLst>
            <pc:docMk/>
            <pc:sldMk cId="0" sldId="257"/>
            <ac:spMk id="3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6T09:00:44.461" v="497" actId="26606"/>
          <ac:spMkLst>
            <pc:docMk/>
            <pc:sldMk cId="0" sldId="257"/>
            <ac:spMk id="4" creationId="{B5A9D5A6-5A8A-DBFF-80A6-B670C0EA3638}"/>
          </ac:spMkLst>
        </pc:spChg>
        <pc:spChg chg="add del">
          <ac:chgData name="Deepan Mehta" userId="c74e1ef3f0d3e855" providerId="LiveId" clId="{FD92F825-DED7-48EA-B3F7-33C2342FEAA9}" dt="2026-04-06T08:57:04.145" v="478" actId="26606"/>
          <ac:spMkLst>
            <pc:docMk/>
            <pc:sldMk cId="0" sldId="257"/>
            <ac:spMk id="10" creationId="{9F7D5CDA-D291-4307-BF55-1381FED29634}"/>
          </ac:spMkLst>
        </pc:spChg>
        <pc:spChg chg="add del">
          <ac:chgData name="Deepan Mehta" userId="c74e1ef3f0d3e855" providerId="LiveId" clId="{FD92F825-DED7-48EA-B3F7-33C2342FEAA9}" dt="2026-04-06T08:57:04.145" v="478" actId="26606"/>
          <ac:spMkLst>
            <pc:docMk/>
            <pc:sldMk cId="0" sldId="257"/>
            <ac:spMk id="12" creationId="{59B296B9-C5A5-4E4F-9B60-C907B5F1466C}"/>
          </ac:spMkLst>
        </pc:spChg>
        <pc:spChg chg="add del">
          <ac:chgData name="Deepan Mehta" userId="c74e1ef3f0d3e855" providerId="LiveId" clId="{FD92F825-DED7-48EA-B3F7-33C2342FEAA9}" dt="2026-04-06T08:57:04.145" v="478" actId="26606"/>
          <ac:spMkLst>
            <pc:docMk/>
            <pc:sldMk cId="0" sldId="257"/>
            <ac:spMk id="14" creationId="{D0300FD3-5AF1-6305-15FA-9078072672E2}"/>
          </ac:spMkLst>
        </pc:spChg>
        <pc:spChg chg="add del">
          <ac:chgData name="Deepan Mehta" userId="c74e1ef3f0d3e855" providerId="LiveId" clId="{FD92F825-DED7-48EA-B3F7-33C2342FEAA9}" dt="2026-04-06T08:59:41.831" v="489" actId="26606"/>
          <ac:spMkLst>
            <pc:docMk/>
            <pc:sldMk cId="0" sldId="257"/>
            <ac:spMk id="16" creationId="{9F7D5CDA-D291-4307-BF55-1381FED29634}"/>
          </ac:spMkLst>
        </pc:spChg>
        <pc:spChg chg="add del">
          <ac:chgData name="Deepan Mehta" userId="c74e1ef3f0d3e855" providerId="LiveId" clId="{FD92F825-DED7-48EA-B3F7-33C2342FEAA9}" dt="2026-04-06T08:59:41.827" v="488" actId="26606"/>
          <ac:spMkLst>
            <pc:docMk/>
            <pc:sldMk cId="0" sldId="257"/>
            <ac:spMk id="22" creationId="{0D7B6173-1D58-48E2-83CF-37350F315F75}"/>
          </ac:spMkLst>
        </pc:spChg>
        <pc:spChg chg="add del">
          <ac:chgData name="Deepan Mehta" userId="c74e1ef3f0d3e855" providerId="LiveId" clId="{FD92F825-DED7-48EA-B3F7-33C2342FEAA9}" dt="2026-04-06T08:59:41.827" v="488" actId="26606"/>
          <ac:spMkLst>
            <pc:docMk/>
            <pc:sldMk cId="0" sldId="257"/>
            <ac:spMk id="24" creationId="{02EBFA83-D4DB-4CA0-B229-9E44634D7FE9}"/>
          </ac:spMkLst>
        </pc:spChg>
        <pc:spChg chg="add del">
          <ac:chgData name="Deepan Mehta" userId="c74e1ef3f0d3e855" providerId="LiveId" clId="{FD92F825-DED7-48EA-B3F7-33C2342FEAA9}" dt="2026-04-06T08:59:41.827" v="488" actId="26606"/>
          <ac:spMkLst>
            <pc:docMk/>
            <pc:sldMk cId="0" sldId="257"/>
            <ac:spMk id="28" creationId="{21BDEC81-16A7-4451-B893-C15000083B77}"/>
          </ac:spMkLst>
        </pc:spChg>
        <pc:spChg chg="add del">
          <ac:chgData name="Deepan Mehta" userId="c74e1ef3f0d3e855" providerId="LiveId" clId="{FD92F825-DED7-48EA-B3F7-33C2342FEAA9}" dt="2026-04-06T08:59:41.827" v="488" actId="26606"/>
          <ac:spMkLst>
            <pc:docMk/>
            <pc:sldMk cId="0" sldId="257"/>
            <ac:spMk id="30" creationId="{26A515A1-4D80-430E-BE0A-71A290516A82}"/>
          </ac:spMkLst>
        </pc:spChg>
        <pc:spChg chg="add">
          <ac:chgData name="Deepan Mehta" userId="c74e1ef3f0d3e855" providerId="LiveId" clId="{FD92F825-DED7-48EA-B3F7-33C2342FEAA9}" dt="2026-04-06T09:00:44.461" v="497" actId="26606"/>
          <ac:spMkLst>
            <pc:docMk/>
            <pc:sldMk cId="0" sldId="257"/>
            <ac:spMk id="40" creationId="{5B45AD5D-AA52-4F7B-9362-576A39AD9E09}"/>
          </ac:spMkLst>
        </pc:spChg>
        <pc:spChg chg="add">
          <ac:chgData name="Deepan Mehta" userId="c74e1ef3f0d3e855" providerId="LiveId" clId="{FD92F825-DED7-48EA-B3F7-33C2342FEAA9}" dt="2026-04-06T09:00:44.461" v="497" actId="26606"/>
          <ac:spMkLst>
            <pc:docMk/>
            <pc:sldMk cId="0" sldId="257"/>
            <ac:spMk id="42" creationId="{AEDD7960-4866-4399-BEF6-DD1431AB4E34}"/>
          </ac:spMkLst>
        </pc:spChg>
        <pc:spChg chg="add del">
          <ac:chgData name="Deepan Mehta" userId="c74e1ef3f0d3e855" providerId="LiveId" clId="{FD92F825-DED7-48EA-B3F7-33C2342FEAA9}" dt="2026-04-06T09:00:44.451" v="496" actId="26606"/>
          <ac:spMkLst>
            <pc:docMk/>
            <pc:sldMk cId="0" sldId="257"/>
            <ac:spMk id="44" creationId="{21BDEC81-16A7-4451-B893-C15000083B77}"/>
          </ac:spMkLst>
        </pc:spChg>
        <pc:spChg chg="add del">
          <ac:chgData name="Deepan Mehta" userId="c74e1ef3f0d3e855" providerId="LiveId" clId="{FD92F825-DED7-48EA-B3F7-33C2342FEAA9}" dt="2026-04-06T09:00:44.451" v="496" actId="26606"/>
          <ac:spMkLst>
            <pc:docMk/>
            <pc:sldMk cId="0" sldId="257"/>
            <ac:spMk id="45" creationId="{0D7B6173-1D58-48E2-83CF-37350F315F75}"/>
          </ac:spMkLst>
        </pc:spChg>
        <pc:spChg chg="add del">
          <ac:chgData name="Deepan Mehta" userId="c74e1ef3f0d3e855" providerId="LiveId" clId="{FD92F825-DED7-48EA-B3F7-33C2342FEAA9}" dt="2026-04-06T09:00:44.451" v="496" actId="26606"/>
          <ac:spMkLst>
            <pc:docMk/>
            <pc:sldMk cId="0" sldId="257"/>
            <ac:spMk id="46" creationId="{26A515A1-4D80-430E-BE0A-71A290516A82}"/>
          </ac:spMkLst>
        </pc:spChg>
        <pc:spChg chg="add del">
          <ac:chgData name="Deepan Mehta" userId="c74e1ef3f0d3e855" providerId="LiveId" clId="{FD92F825-DED7-48EA-B3F7-33C2342FEAA9}" dt="2026-04-06T09:00:44.451" v="496" actId="26606"/>
          <ac:spMkLst>
            <pc:docMk/>
            <pc:sldMk cId="0" sldId="257"/>
            <ac:spMk id="47" creationId="{02EBFA83-D4DB-4CA0-B229-9E44634D7FE9}"/>
          </ac:spMkLst>
        </pc:spChg>
        <pc:spChg chg="add">
          <ac:chgData name="Deepan Mehta" userId="c74e1ef3f0d3e855" providerId="LiveId" clId="{FD92F825-DED7-48EA-B3F7-33C2342FEAA9}" dt="2026-04-06T09:00:44.461" v="497" actId="26606"/>
          <ac:spMkLst>
            <pc:docMk/>
            <pc:sldMk cId="0" sldId="257"/>
            <ac:spMk id="50" creationId="{6B5E2835-4E47-45B3-9CFE-732FF7B05472}"/>
          </ac:spMkLst>
        </pc:spChg>
        <pc:spChg chg="add">
          <ac:chgData name="Deepan Mehta" userId="c74e1ef3f0d3e855" providerId="LiveId" clId="{FD92F825-DED7-48EA-B3F7-33C2342FEAA9}" dt="2026-04-06T09:00:44.461" v="497" actId="26606"/>
          <ac:spMkLst>
            <pc:docMk/>
            <pc:sldMk cId="0" sldId="257"/>
            <ac:spMk id="51" creationId="{55D4142C-5077-457F-A6AD-3FECFDB39685}"/>
          </ac:spMkLst>
        </pc:spChg>
        <pc:spChg chg="add">
          <ac:chgData name="Deepan Mehta" userId="c74e1ef3f0d3e855" providerId="LiveId" clId="{FD92F825-DED7-48EA-B3F7-33C2342FEAA9}" dt="2026-04-06T09:00:44.461" v="497" actId="26606"/>
          <ac:spMkLst>
            <pc:docMk/>
            <pc:sldMk cId="0" sldId="257"/>
            <ac:spMk id="52" creationId="{7A5F0580-5EE9-419F-96EE-B6529EF6E7D0}"/>
          </ac:spMkLst>
        </pc:spChg>
        <pc:grpChg chg="add del">
          <ac:chgData name="Deepan Mehta" userId="c74e1ef3f0d3e855" providerId="LiveId" clId="{FD92F825-DED7-48EA-B3F7-33C2342FEAA9}" dt="2026-04-06T09:00:44.461" v="497" actId="26606"/>
          <ac:grpSpMkLst>
            <pc:docMk/>
            <pc:sldMk cId="0" sldId="257"/>
            <ac:grpSpMk id="32" creationId="{434FA563-76F6-CDCF-AEA0-A7B78E44647B}"/>
          </ac:grpSpMkLst>
        </pc:grpChg>
        <pc:grpChg chg="add del">
          <ac:chgData name="Deepan Mehta" userId="c74e1ef3f0d3e855" providerId="LiveId" clId="{FD92F825-DED7-48EA-B3F7-33C2342FEAA9}" dt="2026-04-06T09:00:31.451" v="494" actId="26606"/>
          <ac:grpSpMkLst>
            <pc:docMk/>
            <pc:sldMk cId="0" sldId="257"/>
            <ac:grpSpMk id="38" creationId="{114ED94A-C85D-4CD3-4205-438D21CE6B38}"/>
          </ac:grpSpMkLst>
        </pc:grpChg>
        <pc:picChg chg="add del">
          <ac:chgData name="Deepan Mehta" userId="c74e1ef3f0d3e855" providerId="LiveId" clId="{FD92F825-DED7-48EA-B3F7-33C2342FEAA9}" dt="2026-04-06T08:57:04.145" v="478" actId="26606"/>
          <ac:picMkLst>
            <pc:docMk/>
            <pc:sldMk cId="0" sldId="257"/>
            <ac:picMk id="6" creationId="{C401DD37-0767-3E92-4914-6CE9DBC2C2F2}"/>
          </ac:picMkLst>
        </pc:picChg>
        <pc:picChg chg="add mod ord">
          <ac:chgData name="Deepan Mehta" userId="c74e1ef3f0d3e855" providerId="LiveId" clId="{FD92F825-DED7-48EA-B3F7-33C2342FEAA9}" dt="2026-04-06T09:00:44.461" v="497" actId="26606"/>
          <ac:picMkLst>
            <pc:docMk/>
            <pc:sldMk cId="0" sldId="257"/>
            <ac:picMk id="17" creationId="{929C90D8-0632-9BB3-0569-AAF736A6449B}"/>
          </ac:picMkLst>
        </pc:picChg>
        <pc:picChg chg="add del">
          <ac:chgData name="Deepan Mehta" userId="c74e1ef3f0d3e855" providerId="LiveId" clId="{FD92F825-DED7-48EA-B3F7-33C2342FEAA9}" dt="2026-04-06T08:59:41.827" v="488" actId="26606"/>
          <ac:picMkLst>
            <pc:docMk/>
            <pc:sldMk cId="0" sldId="257"/>
            <ac:picMk id="26" creationId="{B0DAC8FB-A162-44E3-A606-C855A03A5B09}"/>
          </ac:picMkLst>
        </pc:picChg>
        <pc:picChg chg="add del">
          <ac:chgData name="Deepan Mehta" userId="c74e1ef3f0d3e855" providerId="LiveId" clId="{FD92F825-DED7-48EA-B3F7-33C2342FEAA9}" dt="2026-04-06T09:00:44.451" v="496" actId="26606"/>
          <ac:picMkLst>
            <pc:docMk/>
            <pc:sldMk cId="0" sldId="257"/>
            <ac:picMk id="48" creationId="{B0DAC8FB-A162-44E3-A606-C855A03A5B09}"/>
          </ac:picMkLst>
        </pc:picChg>
      </pc:sldChg>
      <pc:sldChg chg="addSp delSp modSp mod setBg">
        <pc:chgData name="Deepan Mehta" userId="c74e1ef3f0d3e855" providerId="LiveId" clId="{FD92F825-DED7-48EA-B3F7-33C2342FEAA9}" dt="2026-04-06T09:00:04.541" v="492" actId="26606"/>
        <pc:sldMkLst>
          <pc:docMk/>
          <pc:sldMk cId="0" sldId="258"/>
        </pc:sldMkLst>
        <pc:spChg chg="mod">
          <ac:chgData name="Deepan Mehta" userId="c74e1ef3f0d3e855" providerId="LiveId" clId="{FD92F825-DED7-48EA-B3F7-33C2342FEAA9}" dt="2026-04-06T09:00:04.541" v="492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Deepan Mehta" userId="c74e1ef3f0d3e855" providerId="LiveId" clId="{FD92F825-DED7-48EA-B3F7-33C2342FEAA9}" dt="2026-04-06T09:00:04.541" v="492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00:04.541" v="492" actId="26606"/>
          <ac:spMkLst>
            <pc:docMk/>
            <pc:sldMk cId="0" sldId="258"/>
            <ac:spMk id="4" creationId="{8B54EB2A-5250-E663-685A-43E9DC986205}"/>
          </ac:spMkLst>
        </pc:spChg>
        <pc:spChg chg="add del">
          <ac:chgData name="Deepan Mehta" userId="c74e1ef3f0d3e855" providerId="LiveId" clId="{FD92F825-DED7-48EA-B3F7-33C2342FEAA9}" dt="2026-04-06T09:00:04.521" v="491" actId="26606"/>
          <ac:spMkLst>
            <pc:docMk/>
            <pc:sldMk cId="0" sldId="258"/>
            <ac:spMk id="9" creationId="{6CF042CA-1AB3-5530-1155-8018D6D6A106}"/>
          </ac:spMkLst>
        </pc:spChg>
        <pc:spChg chg="add">
          <ac:chgData name="Deepan Mehta" userId="c74e1ef3f0d3e855" providerId="LiveId" clId="{FD92F825-DED7-48EA-B3F7-33C2342FEAA9}" dt="2026-04-06T09:00:04.541" v="492" actId="26606"/>
          <ac:spMkLst>
            <pc:docMk/>
            <pc:sldMk cId="0" sldId="258"/>
            <ac:spMk id="10" creationId="{2659FDB4-FCBE-4A89-B46D-43D4FA54464D}"/>
          </ac:spMkLst>
        </pc:spChg>
        <pc:spChg chg="add del">
          <ac:chgData name="Deepan Mehta" userId="c74e1ef3f0d3e855" providerId="LiveId" clId="{FD92F825-DED7-48EA-B3F7-33C2342FEAA9}" dt="2026-04-06T09:00:04.521" v="491" actId="26606"/>
          <ac:spMkLst>
            <pc:docMk/>
            <pc:sldMk cId="0" sldId="258"/>
            <ac:spMk id="11" creationId="{7BD5A982-4141-9143-22DC-C0713B397EB8}"/>
          </ac:spMkLst>
        </pc:spChg>
        <pc:graphicFrameChg chg="add">
          <ac:chgData name="Deepan Mehta" userId="c74e1ef3f0d3e855" providerId="LiveId" clId="{FD92F825-DED7-48EA-B3F7-33C2342FEAA9}" dt="2026-04-06T09:00:04.541" v="492" actId="26606"/>
          <ac:graphicFrameMkLst>
            <pc:docMk/>
            <pc:sldMk cId="0" sldId="258"/>
            <ac:graphicFrameMk id="6" creationId="{E87E28F2-1F0A-F1F9-5FE4-265DBA954C10}"/>
          </ac:graphicFrameMkLst>
        </pc:graphicFrameChg>
        <pc:cxnChg chg="add">
          <ac:chgData name="Deepan Mehta" userId="c74e1ef3f0d3e855" providerId="LiveId" clId="{FD92F825-DED7-48EA-B3F7-33C2342FEAA9}" dt="2026-04-06T09:00:04.541" v="492" actId="26606"/>
          <ac:cxnSpMkLst>
            <pc:docMk/>
            <pc:sldMk cId="0" sldId="258"/>
            <ac:cxnSpMk id="12" creationId="{C8F51B3F-8331-4E4A-AE96-D47B1006EEAD}"/>
          </ac:cxnSpMkLst>
        </pc:cxnChg>
      </pc:sldChg>
      <pc:sldChg chg="addSp delSp modSp mod setBg">
        <pc:chgData name="Deepan Mehta" userId="c74e1ef3f0d3e855" providerId="LiveId" clId="{FD92F825-DED7-48EA-B3F7-33C2342FEAA9}" dt="2026-04-06T09:06:44.974" v="541" actId="20577"/>
        <pc:sldMkLst>
          <pc:docMk/>
          <pc:sldMk cId="0" sldId="259"/>
        </pc:sldMkLst>
        <pc:spChg chg="mod">
          <ac:chgData name="Deepan Mehta" userId="c74e1ef3f0d3e855" providerId="LiveId" clId="{FD92F825-DED7-48EA-B3F7-33C2342FEAA9}" dt="2026-04-06T09:06:10.415" v="537" actId="255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Deepan Mehta" userId="c74e1ef3f0d3e855" providerId="LiveId" clId="{FD92F825-DED7-48EA-B3F7-33C2342FEAA9}" dt="2026-04-06T09:05:38.676" v="534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05:38.676" v="534" actId="26606"/>
          <ac:spMkLst>
            <pc:docMk/>
            <pc:sldMk cId="0" sldId="259"/>
            <ac:spMk id="4" creationId="{AB3D1640-38F8-3610-DF37-995E833FF1A7}"/>
          </ac:spMkLst>
        </pc:spChg>
        <pc:spChg chg="add del">
          <ac:chgData name="Deepan Mehta" userId="c74e1ef3f0d3e855" providerId="LiveId" clId="{FD92F825-DED7-48EA-B3F7-33C2342FEAA9}" dt="2026-04-06T09:02:28.286" v="505" actId="26606"/>
          <ac:spMkLst>
            <pc:docMk/>
            <pc:sldMk cId="0" sldId="259"/>
            <ac:spMk id="8" creationId="{D1D34770-47A8-402C-AF23-2B653F2D88C1}"/>
          </ac:spMkLst>
        </pc:spChg>
        <pc:spChg chg="add del">
          <ac:chgData name="Deepan Mehta" userId="c74e1ef3f0d3e855" providerId="LiveId" clId="{FD92F825-DED7-48EA-B3F7-33C2342FEAA9}" dt="2026-04-06T09:01:52.316" v="499" actId="26606"/>
          <ac:spMkLst>
            <pc:docMk/>
            <pc:sldMk cId="0" sldId="259"/>
            <ac:spMk id="9" creationId="{5A0118C5-4F8D-4CF4-BADD-53FEACC6C42A}"/>
          </ac:spMkLst>
        </pc:spChg>
        <pc:spChg chg="add del">
          <ac:chgData name="Deepan Mehta" userId="c74e1ef3f0d3e855" providerId="LiveId" clId="{FD92F825-DED7-48EA-B3F7-33C2342FEAA9}" dt="2026-04-06T09:01:52.316" v="499" actId="26606"/>
          <ac:spMkLst>
            <pc:docMk/>
            <pc:sldMk cId="0" sldId="259"/>
            <ac:spMk id="11" creationId="{F98F79A4-A6C7-4101-B1E9-27E05CB7CFA0}"/>
          </ac:spMkLst>
        </pc:spChg>
        <pc:spChg chg="add del">
          <ac:chgData name="Deepan Mehta" userId="c74e1ef3f0d3e855" providerId="LiveId" clId="{FD92F825-DED7-48EA-B3F7-33C2342FEAA9}" dt="2026-04-06T09:01:52.316" v="499" actId="26606"/>
          <ac:spMkLst>
            <pc:docMk/>
            <pc:sldMk cId="0" sldId="259"/>
            <ac:spMk id="13" creationId="{31CE7A08-2184-4B99-ABC0-B40CD1D3F281}"/>
          </ac:spMkLst>
        </pc:spChg>
        <pc:spChg chg="add del">
          <ac:chgData name="Deepan Mehta" userId="c74e1ef3f0d3e855" providerId="LiveId" clId="{FD92F825-DED7-48EA-B3F7-33C2342FEAA9}" dt="2026-04-06T09:01:52.316" v="499" actId="26606"/>
          <ac:spMkLst>
            <pc:docMk/>
            <pc:sldMk cId="0" sldId="259"/>
            <ac:spMk id="15" creationId="{79AFCB35-9C04-4524-A0B1-57FF6865D013}"/>
          </ac:spMkLst>
        </pc:spChg>
        <pc:spChg chg="add del">
          <ac:chgData name="Deepan Mehta" userId="c74e1ef3f0d3e855" providerId="LiveId" clId="{FD92F825-DED7-48EA-B3F7-33C2342FEAA9}" dt="2026-04-06T09:02:46.541" v="509" actId="26606"/>
          <ac:spMkLst>
            <pc:docMk/>
            <pc:sldMk cId="0" sldId="259"/>
            <ac:spMk id="16" creationId="{17718681-A12E-49D6-9925-DD7C68176D61}"/>
          </ac:spMkLst>
        </pc:spChg>
        <pc:spChg chg="add del">
          <ac:chgData name="Deepan Mehta" userId="c74e1ef3f0d3e855" providerId="LiveId" clId="{FD92F825-DED7-48EA-B3F7-33C2342FEAA9}" dt="2026-04-06T09:01:52.316" v="499" actId="26606"/>
          <ac:spMkLst>
            <pc:docMk/>
            <pc:sldMk cId="0" sldId="259"/>
            <ac:spMk id="17" creationId="{D11AD2AD-0BA0-4DD3-8EEA-84686A0E718C}"/>
          </ac:spMkLst>
        </pc:spChg>
        <pc:spChg chg="add del">
          <ac:chgData name="Deepan Mehta" userId="c74e1ef3f0d3e855" providerId="LiveId" clId="{FD92F825-DED7-48EA-B3F7-33C2342FEAA9}" dt="2026-04-06T09:02:46.541" v="509" actId="26606"/>
          <ac:spMkLst>
            <pc:docMk/>
            <pc:sldMk cId="0" sldId="259"/>
            <ac:spMk id="18" creationId="{FBD77573-9EF2-4C35-8285-A1CF6FBB0EA5}"/>
          </ac:spMkLst>
        </pc:spChg>
        <pc:spChg chg="add del">
          <ac:chgData name="Deepan Mehta" userId="c74e1ef3f0d3e855" providerId="LiveId" clId="{FD92F825-DED7-48EA-B3F7-33C2342FEAA9}" dt="2026-04-06T09:01:52.316" v="499" actId="26606"/>
          <ac:spMkLst>
            <pc:docMk/>
            <pc:sldMk cId="0" sldId="259"/>
            <ac:spMk id="19" creationId="{9E5C5460-229E-46C8-A712-CC317985420F}"/>
          </ac:spMkLst>
        </pc:spChg>
        <pc:spChg chg="add del">
          <ac:chgData name="Deepan Mehta" userId="c74e1ef3f0d3e855" providerId="LiveId" clId="{FD92F825-DED7-48EA-B3F7-33C2342FEAA9}" dt="2026-04-06T09:02:46.541" v="509" actId="26606"/>
          <ac:spMkLst>
            <pc:docMk/>
            <pc:sldMk cId="0" sldId="259"/>
            <ac:spMk id="20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1:52.316" v="499" actId="26606"/>
          <ac:spMkLst>
            <pc:docMk/>
            <pc:sldMk cId="0" sldId="259"/>
            <ac:spMk id="21" creationId="{2552FC29-9118-466F-940E-80C84EFDF07B}"/>
          </ac:spMkLst>
        </pc:spChg>
        <pc:spChg chg="add del">
          <ac:chgData name="Deepan Mehta" userId="c74e1ef3f0d3e855" providerId="LiveId" clId="{FD92F825-DED7-48EA-B3F7-33C2342FEAA9}" dt="2026-04-06T09:02:53.066" v="511" actId="26606"/>
          <ac:spMkLst>
            <pc:docMk/>
            <pc:sldMk cId="0" sldId="259"/>
            <ac:spMk id="22" creationId="{4BC99CB9-DDAD-44A2-8A1C-E3AF4E72DF5C}"/>
          </ac:spMkLst>
        </pc:spChg>
        <pc:spChg chg="add del">
          <ac:chgData name="Deepan Mehta" userId="c74e1ef3f0d3e855" providerId="LiveId" clId="{FD92F825-DED7-48EA-B3F7-33C2342FEAA9}" dt="2026-04-06T09:02:53.066" v="511" actId="26606"/>
          <ac:spMkLst>
            <pc:docMk/>
            <pc:sldMk cId="0" sldId="259"/>
            <ac:spMk id="24" creationId="{1561AEE4-4E38-4BAC-976D-E0DE523FC5D1}"/>
          </ac:spMkLst>
        </pc:spChg>
        <pc:spChg chg="add del">
          <ac:chgData name="Deepan Mehta" userId="c74e1ef3f0d3e855" providerId="LiveId" clId="{FD92F825-DED7-48EA-B3F7-33C2342FEAA9}" dt="2026-04-06T09:02:00.649" v="501" actId="26606"/>
          <ac:spMkLst>
            <pc:docMk/>
            <pc:sldMk cId="0" sldId="259"/>
            <ac:spMk id="30" creationId="{4BC99CB9-DDAD-44A2-8A1C-E3AF4E72DF5C}"/>
          </ac:spMkLst>
        </pc:spChg>
        <pc:spChg chg="add del">
          <ac:chgData name="Deepan Mehta" userId="c74e1ef3f0d3e855" providerId="LiveId" clId="{FD92F825-DED7-48EA-B3F7-33C2342FEAA9}" dt="2026-04-06T09:02:00.649" v="501" actId="26606"/>
          <ac:spMkLst>
            <pc:docMk/>
            <pc:sldMk cId="0" sldId="259"/>
            <ac:spMk id="31" creationId="{64053CBF-3932-45FF-8285-EE5146085F3A}"/>
          </ac:spMkLst>
        </pc:spChg>
        <pc:spChg chg="add del">
          <ac:chgData name="Deepan Mehta" userId="c74e1ef3f0d3e855" providerId="LiveId" clId="{FD92F825-DED7-48EA-B3F7-33C2342FEAA9}" dt="2026-04-06T09:02:53.066" v="511" actId="26606"/>
          <ac:spMkLst>
            <pc:docMk/>
            <pc:sldMk cId="0" sldId="259"/>
            <ac:spMk id="37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41" creationId="{F837543A-6020-4505-A233-C9DB4BF74011}"/>
          </ac:spMkLst>
        </pc:spChg>
        <pc:spChg chg="add 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42" creationId="{35B16301-FB18-48BA-A6DD-C37CAF6F9A18}"/>
          </ac:spMkLst>
        </pc:spChg>
        <pc:spChg chg="add 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43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45" creationId="{CABBD4C1-E6F8-46F6-8152-A8A97490BF4D}"/>
          </ac:spMkLst>
        </pc:spChg>
        <pc:spChg chg="add 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46" creationId="{83BA5EF5-1FE9-4BF9-83BB-269BCDDF6156}"/>
          </ac:spMkLst>
        </pc:spChg>
        <pc:spChg chg="add 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48" creationId="{88853921-7BC9-4BDE-ACAB-133C683C82D6}"/>
          </ac:spMkLst>
        </pc:spChg>
        <pc:spChg chg="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49" creationId="{09192968-3AE7-4470-A61C-97294BB92731}"/>
          </ac:spMkLst>
        </pc:spChg>
        <pc:spChg chg="add del">
          <ac:chgData name="Deepan Mehta" userId="c74e1ef3f0d3e855" providerId="LiveId" clId="{FD92F825-DED7-48EA-B3F7-33C2342FEAA9}" dt="2026-04-06T09:03:03.563" v="515" actId="26606"/>
          <ac:spMkLst>
            <pc:docMk/>
            <pc:sldMk cId="0" sldId="259"/>
            <ac:spMk id="50" creationId="{3AB72E55-43E4-4356-BFE8-E2102CB0B505}"/>
          </ac:spMkLst>
        </pc:spChg>
        <pc:spChg chg="add del">
          <ac:chgData name="Deepan Mehta" userId="c74e1ef3f0d3e855" providerId="LiveId" clId="{FD92F825-DED7-48EA-B3F7-33C2342FEAA9}" dt="2026-04-06T09:03:18.181" v="517" actId="26606"/>
          <ac:spMkLst>
            <pc:docMk/>
            <pc:sldMk cId="0" sldId="259"/>
            <ac:spMk id="52" creationId="{081EA652-8C6A-4E69-BEB9-170809474553}"/>
          </ac:spMkLst>
        </pc:spChg>
        <pc:spChg chg="add del">
          <ac:chgData name="Deepan Mehta" userId="c74e1ef3f0d3e855" providerId="LiveId" clId="{FD92F825-DED7-48EA-B3F7-33C2342FEAA9}" dt="2026-04-06T09:03:18.181" v="517" actId="26606"/>
          <ac:spMkLst>
            <pc:docMk/>
            <pc:sldMk cId="0" sldId="259"/>
            <ac:spMk id="53" creationId="{5298780A-33B9-4EA2-8F67-DE68AD62841B}"/>
          </ac:spMkLst>
        </pc:spChg>
        <pc:spChg chg="add del">
          <ac:chgData name="Deepan Mehta" userId="c74e1ef3f0d3e855" providerId="LiveId" clId="{FD92F825-DED7-48EA-B3F7-33C2342FEAA9}" dt="2026-04-06T09:03:18.181" v="517" actId="26606"/>
          <ac:spMkLst>
            <pc:docMk/>
            <pc:sldMk cId="0" sldId="259"/>
            <ac:spMk id="54" creationId="{7F488E8B-4E1E-4402-8935-D4E6C02615C7}"/>
          </ac:spMkLst>
        </pc:spChg>
        <pc:spChg chg="add del">
          <ac:chgData name="Deepan Mehta" userId="c74e1ef3f0d3e855" providerId="LiveId" clId="{FD92F825-DED7-48EA-B3F7-33C2342FEAA9}" dt="2026-04-06T09:03:18.181" v="517" actId="26606"/>
          <ac:spMkLst>
            <pc:docMk/>
            <pc:sldMk cId="0" sldId="259"/>
            <ac:spMk id="55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3:50.111" v="519" actId="26606"/>
          <ac:spMkLst>
            <pc:docMk/>
            <pc:sldMk cId="0" sldId="259"/>
            <ac:spMk id="57" creationId="{1B15ED52-F352-441B-82BF-E0EA34836D08}"/>
          </ac:spMkLst>
        </pc:spChg>
        <pc:spChg chg="add del">
          <ac:chgData name="Deepan Mehta" userId="c74e1ef3f0d3e855" providerId="LiveId" clId="{FD92F825-DED7-48EA-B3F7-33C2342FEAA9}" dt="2026-04-06T09:03:50.111" v="519" actId="26606"/>
          <ac:spMkLst>
            <pc:docMk/>
            <pc:sldMk cId="0" sldId="259"/>
            <ac:spMk id="58" creationId="{3B2E3793-BFE6-45A2-9B7B-E18844431C99}"/>
          </ac:spMkLst>
        </pc:spChg>
        <pc:spChg chg="add del">
          <ac:chgData name="Deepan Mehta" userId="c74e1ef3f0d3e855" providerId="LiveId" clId="{FD92F825-DED7-48EA-B3F7-33C2342FEAA9}" dt="2026-04-06T09:03:50.111" v="519" actId="26606"/>
          <ac:spMkLst>
            <pc:docMk/>
            <pc:sldMk cId="0" sldId="259"/>
            <ac:spMk id="59" creationId="{BC4C4868-CB8F-4AF9-9CDB-8108F2C19B67}"/>
          </ac:spMkLst>
        </pc:spChg>
        <pc:spChg chg="add del">
          <ac:chgData name="Deepan Mehta" userId="c74e1ef3f0d3e855" providerId="LiveId" clId="{FD92F825-DED7-48EA-B3F7-33C2342FEAA9}" dt="2026-04-06T09:03:50.111" v="519" actId="26606"/>
          <ac:spMkLst>
            <pc:docMk/>
            <pc:sldMk cId="0" sldId="259"/>
            <ac:spMk id="60" creationId="{375E0459-6403-40CD-989D-56A4407CA12E}"/>
          </ac:spMkLst>
        </pc:spChg>
        <pc:spChg chg="add del">
          <ac:chgData name="Deepan Mehta" userId="c74e1ef3f0d3e855" providerId="LiveId" clId="{FD92F825-DED7-48EA-B3F7-33C2342FEAA9}" dt="2026-04-06T09:03:50.111" v="519" actId="26606"/>
          <ac:spMkLst>
            <pc:docMk/>
            <pc:sldMk cId="0" sldId="259"/>
            <ac:spMk id="61" creationId="{53E5B1A8-3AC9-4BD1-9BBC-78CA94F2D1BA}"/>
          </ac:spMkLst>
        </pc:spChg>
        <pc:spChg chg="add del">
          <ac:chgData name="Deepan Mehta" userId="c74e1ef3f0d3e855" providerId="LiveId" clId="{FD92F825-DED7-48EA-B3F7-33C2342FEAA9}" dt="2026-04-06T09:03:50.111" v="519" actId="26606"/>
          <ac:spMkLst>
            <pc:docMk/>
            <pc:sldMk cId="0" sldId="259"/>
            <ac:spMk id="62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5:15.111" v="527" actId="26606"/>
          <ac:spMkLst>
            <pc:docMk/>
            <pc:sldMk cId="0" sldId="259"/>
            <ac:spMk id="71" creationId="{979E27D9-03C7-44E2-9FF8-15D0C8506AF7}"/>
          </ac:spMkLst>
        </pc:spChg>
        <pc:spChg chg="add del">
          <ac:chgData name="Deepan Mehta" userId="c74e1ef3f0d3e855" providerId="LiveId" clId="{FD92F825-DED7-48EA-B3F7-33C2342FEAA9}" dt="2026-04-06T09:05:15.111" v="527" actId="26606"/>
          <ac:spMkLst>
            <pc:docMk/>
            <pc:sldMk cId="0" sldId="259"/>
            <ac:spMk id="72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5:15.111" v="527" actId="26606"/>
          <ac:spMkLst>
            <pc:docMk/>
            <pc:sldMk cId="0" sldId="259"/>
            <ac:spMk id="73" creationId="{EEBF1590-3B36-48EE-A89D-3B6F3CB256AB}"/>
          </ac:spMkLst>
        </pc:spChg>
        <pc:spChg chg="add del">
          <ac:chgData name="Deepan Mehta" userId="c74e1ef3f0d3e855" providerId="LiveId" clId="{FD92F825-DED7-48EA-B3F7-33C2342FEAA9}" dt="2026-04-06T09:05:15.111" v="527" actId="26606"/>
          <ac:spMkLst>
            <pc:docMk/>
            <pc:sldMk cId="0" sldId="259"/>
            <ac:spMk id="74" creationId="{AC8F6C8C-AB5A-4548-942D-E3FD40ACBC49}"/>
          </ac:spMkLst>
        </pc:spChg>
        <pc:spChg chg="add del">
          <ac:chgData name="Deepan Mehta" userId="c74e1ef3f0d3e855" providerId="LiveId" clId="{FD92F825-DED7-48EA-B3F7-33C2342FEAA9}" dt="2026-04-06T09:05:31.969" v="529" actId="26606"/>
          <ac:spMkLst>
            <pc:docMk/>
            <pc:sldMk cId="0" sldId="259"/>
            <ac:spMk id="76" creationId="{70DFC902-7D23-471A-B557-B6B6917D7A0D}"/>
          </ac:spMkLst>
        </pc:spChg>
        <pc:spChg chg="add del">
          <ac:chgData name="Deepan Mehta" userId="c74e1ef3f0d3e855" providerId="LiveId" clId="{FD92F825-DED7-48EA-B3F7-33C2342FEAA9}" dt="2026-04-06T09:05:31.969" v="529" actId="26606"/>
          <ac:spMkLst>
            <pc:docMk/>
            <pc:sldMk cId="0" sldId="259"/>
            <ac:spMk id="77" creationId="{A55D5633-D557-4DCA-982C-FF36EB7A1C00}"/>
          </ac:spMkLst>
        </pc:spChg>
        <pc:spChg chg="add del">
          <ac:chgData name="Deepan Mehta" userId="c74e1ef3f0d3e855" providerId="LiveId" clId="{FD92F825-DED7-48EA-B3F7-33C2342FEAA9}" dt="2026-04-06T09:05:31.969" v="529" actId="26606"/>
          <ac:spMkLst>
            <pc:docMk/>
            <pc:sldMk cId="0" sldId="259"/>
            <ac:spMk id="78" creationId="{450D3AD2-FA80-415F-A9CE-54D884561CD7}"/>
          </ac:spMkLst>
        </pc:spChg>
        <pc:spChg chg="add del">
          <ac:chgData name="Deepan Mehta" userId="c74e1ef3f0d3e855" providerId="LiveId" clId="{FD92F825-DED7-48EA-B3F7-33C2342FEAA9}" dt="2026-04-06T09:05:31.969" v="529" actId="26606"/>
          <ac:spMkLst>
            <pc:docMk/>
            <pc:sldMk cId="0" sldId="259"/>
            <ac:spMk id="79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5:38.646" v="533" actId="26606"/>
          <ac:spMkLst>
            <pc:docMk/>
            <pc:sldMk cId="0" sldId="259"/>
            <ac:spMk id="84" creationId="{D1D34770-47A8-402C-AF23-2B653F2D88C1}"/>
          </ac:spMkLst>
        </pc:spChg>
        <pc:grpChg chg="add del">
          <ac:chgData name="Deepan Mehta" userId="c74e1ef3f0d3e855" providerId="LiveId" clId="{FD92F825-DED7-48EA-B3F7-33C2342FEAA9}" dt="2026-04-06T09:02:53.066" v="511" actId="26606"/>
          <ac:grpSpMkLst>
            <pc:docMk/>
            <pc:sldMk cId="0" sldId="259"/>
            <ac:grpSpMk id="25" creationId="{F0BC676B-D19A-44DB-910A-0C0E6D433979}"/>
          </ac:grpSpMkLst>
        </pc:grpChg>
        <pc:grpChg chg="add del">
          <ac:chgData name="Deepan Mehta" userId="c74e1ef3f0d3e855" providerId="LiveId" clId="{FD92F825-DED7-48EA-B3F7-33C2342FEAA9}" dt="2026-04-06T09:02:00.649" v="501" actId="26606"/>
          <ac:grpSpMkLst>
            <pc:docMk/>
            <pc:sldMk cId="0" sldId="259"/>
            <ac:grpSpMk id="32" creationId="{2E751C04-BEA6-446B-A678-9C74819EBD4C}"/>
          </ac:grpSpMkLst>
        </pc:grpChg>
        <pc:grpChg chg="add del">
          <ac:chgData name="Deepan Mehta" userId="c74e1ef3f0d3e855" providerId="LiveId" clId="{FD92F825-DED7-48EA-B3F7-33C2342FEAA9}" dt="2026-04-06T09:02:00.649" v="501" actId="26606"/>
          <ac:grpSpMkLst>
            <pc:docMk/>
            <pc:sldMk cId="0" sldId="259"/>
            <ac:grpSpMk id="35" creationId="{B63ACBA3-DEFD-4C6D-BBA0-64468FA99C2D}"/>
          </ac:grpSpMkLst>
        </pc:grpChg>
        <pc:graphicFrameChg chg="add del">
          <ac:chgData name="Deepan Mehta" userId="c74e1ef3f0d3e855" providerId="LiveId" clId="{FD92F825-DED7-48EA-B3F7-33C2342FEAA9}" dt="2026-04-06T09:02:23.551" v="503" actId="26606"/>
          <ac:graphicFrameMkLst>
            <pc:docMk/>
            <pc:sldMk cId="0" sldId="259"/>
            <ac:graphicFrameMk id="6" creationId="{D81E4BF9-004B-5D31-214E-B574849D2A77}"/>
          </ac:graphicFrameMkLst>
        </pc:graphicFrameChg>
        <pc:graphicFrameChg chg="add del">
          <ac:chgData name="Deepan Mehta" userId="c74e1ef3f0d3e855" providerId="LiveId" clId="{FD92F825-DED7-48EA-B3F7-33C2342FEAA9}" dt="2026-04-06T09:02:28.286" v="505" actId="26606"/>
          <ac:graphicFrameMkLst>
            <pc:docMk/>
            <pc:sldMk cId="0" sldId="259"/>
            <ac:graphicFrameMk id="10" creationId="{129E9CAD-915E-CCF8-3396-FF2CA0559647}"/>
          </ac:graphicFrameMkLst>
        </pc:graphicFrameChg>
        <pc:graphicFrameChg chg="add del">
          <ac:chgData name="Deepan Mehta" userId="c74e1ef3f0d3e855" providerId="LiveId" clId="{FD92F825-DED7-48EA-B3F7-33C2342FEAA9}" dt="2026-04-06T09:02:43.769" v="507" actId="26606"/>
          <ac:graphicFrameMkLst>
            <pc:docMk/>
            <pc:sldMk cId="0" sldId="259"/>
            <ac:graphicFrameMk id="14" creationId="{0447AD34-8136-9F7D-0EF4-D0BFBA45CA8B}"/>
          </ac:graphicFrameMkLst>
        </pc:graphicFrameChg>
        <pc:graphicFrameChg chg="add del">
          <ac:chgData name="Deepan Mehta" userId="c74e1ef3f0d3e855" providerId="LiveId" clId="{FD92F825-DED7-48EA-B3F7-33C2342FEAA9}" dt="2026-04-06T09:02:59.091" v="513" actId="26606"/>
          <ac:graphicFrameMkLst>
            <pc:docMk/>
            <pc:sldMk cId="0" sldId="259"/>
            <ac:graphicFrameMk id="39" creationId="{D81E4BF9-004B-5D31-214E-B574849D2A77}"/>
          </ac:graphicFrameMkLst>
        </pc:graphicFrameChg>
        <pc:graphicFrameChg chg="add del">
          <ac:chgData name="Deepan Mehta" userId="c74e1ef3f0d3e855" providerId="LiveId" clId="{FD92F825-DED7-48EA-B3F7-33C2342FEAA9}" dt="2026-04-06T09:03:54.392" v="521" actId="26606"/>
          <ac:graphicFrameMkLst>
            <pc:docMk/>
            <pc:sldMk cId="0" sldId="259"/>
            <ac:graphicFrameMk id="64" creationId="{D81E4BF9-004B-5D31-214E-B574849D2A77}"/>
          </ac:graphicFrameMkLst>
        </pc:graphicFrameChg>
        <pc:graphicFrameChg chg="add del">
          <ac:chgData name="Deepan Mehta" userId="c74e1ef3f0d3e855" providerId="LiveId" clId="{FD92F825-DED7-48EA-B3F7-33C2342FEAA9}" dt="2026-04-06T09:04:06.201" v="523" actId="26606"/>
          <ac:graphicFrameMkLst>
            <pc:docMk/>
            <pc:sldMk cId="0" sldId="259"/>
            <ac:graphicFrameMk id="66" creationId="{1374620C-8943-BF36-0401-45BC31126428}"/>
          </ac:graphicFrameMkLst>
        </pc:graphicFrameChg>
        <pc:graphicFrameChg chg="add del">
          <ac:chgData name="Deepan Mehta" userId="c74e1ef3f0d3e855" providerId="LiveId" clId="{FD92F825-DED7-48EA-B3F7-33C2342FEAA9}" dt="2026-04-06T09:05:03.061" v="525" actId="26606"/>
          <ac:graphicFrameMkLst>
            <pc:docMk/>
            <pc:sldMk cId="0" sldId="259"/>
            <ac:graphicFrameMk id="69" creationId="{0447AD34-8136-9F7D-0EF4-D0BFBA45CA8B}"/>
          </ac:graphicFrameMkLst>
        </pc:graphicFrameChg>
        <pc:graphicFrameChg chg="add del">
          <ac:chgData name="Deepan Mehta" userId="c74e1ef3f0d3e855" providerId="LiveId" clId="{FD92F825-DED7-48EA-B3F7-33C2342FEAA9}" dt="2026-04-06T09:05:36.241" v="531" actId="26606"/>
          <ac:graphicFrameMkLst>
            <pc:docMk/>
            <pc:sldMk cId="0" sldId="259"/>
            <ac:graphicFrameMk id="82" creationId="{0447AD34-8136-9F7D-0EF4-D0BFBA45CA8B}"/>
          </ac:graphicFrameMkLst>
        </pc:graphicFrameChg>
        <pc:graphicFrameChg chg="add del">
          <ac:chgData name="Deepan Mehta" userId="c74e1ef3f0d3e855" providerId="LiveId" clId="{FD92F825-DED7-48EA-B3F7-33C2342FEAA9}" dt="2026-04-06T09:05:38.646" v="533" actId="26606"/>
          <ac:graphicFrameMkLst>
            <pc:docMk/>
            <pc:sldMk cId="0" sldId="259"/>
            <ac:graphicFrameMk id="86" creationId="{129E9CAD-915E-CCF8-3396-FF2CA0559647}"/>
          </ac:graphicFrameMkLst>
        </pc:graphicFrameChg>
        <pc:graphicFrameChg chg="add modGraphic">
          <ac:chgData name="Deepan Mehta" userId="c74e1ef3f0d3e855" providerId="LiveId" clId="{FD92F825-DED7-48EA-B3F7-33C2342FEAA9}" dt="2026-04-06T09:06:44.974" v="541" actId="20577"/>
          <ac:graphicFrameMkLst>
            <pc:docMk/>
            <pc:sldMk cId="0" sldId="259"/>
            <ac:graphicFrameMk id="89" creationId="{0447AD34-8136-9F7D-0EF4-D0BFBA45CA8B}"/>
          </ac:graphicFrameMkLst>
        </pc:graphicFrameChg>
        <pc:picChg chg="add del">
          <ac:chgData name="Deepan Mehta" userId="c74e1ef3f0d3e855" providerId="LiveId" clId="{FD92F825-DED7-48EA-B3F7-33C2342FEAA9}" dt="2026-04-06T09:02:28.286" v="505" actId="26606"/>
          <ac:picMkLst>
            <pc:docMk/>
            <pc:sldMk cId="0" sldId="259"/>
            <ac:picMk id="7" creationId="{C9820398-347E-71D2-3A51-A2E48F2EC93D}"/>
          </ac:picMkLst>
        </pc:picChg>
        <pc:picChg chg="add del">
          <ac:chgData name="Deepan Mehta" userId="c74e1ef3f0d3e855" providerId="LiveId" clId="{FD92F825-DED7-48EA-B3F7-33C2342FEAA9}" dt="2026-04-06T09:02:43.769" v="507" actId="26606"/>
          <ac:picMkLst>
            <pc:docMk/>
            <pc:sldMk cId="0" sldId="259"/>
            <ac:picMk id="12" creationId="{172BD9F6-0058-5C2C-16BC-6A8504722E5A}"/>
          </ac:picMkLst>
        </pc:picChg>
        <pc:picChg chg="add del">
          <ac:chgData name="Deepan Mehta" userId="c74e1ef3f0d3e855" providerId="LiveId" clId="{FD92F825-DED7-48EA-B3F7-33C2342FEAA9}" dt="2026-04-06T09:05:03.061" v="525" actId="26606"/>
          <ac:picMkLst>
            <pc:docMk/>
            <pc:sldMk cId="0" sldId="259"/>
            <ac:picMk id="68" creationId="{172BD9F6-0058-5C2C-16BC-6A8504722E5A}"/>
          </ac:picMkLst>
        </pc:picChg>
        <pc:picChg chg="add del">
          <ac:chgData name="Deepan Mehta" userId="c74e1ef3f0d3e855" providerId="LiveId" clId="{FD92F825-DED7-48EA-B3F7-33C2342FEAA9}" dt="2026-04-06T09:05:36.241" v="531" actId="26606"/>
          <ac:picMkLst>
            <pc:docMk/>
            <pc:sldMk cId="0" sldId="259"/>
            <ac:picMk id="81" creationId="{172BD9F6-0058-5C2C-16BC-6A8504722E5A}"/>
          </ac:picMkLst>
        </pc:picChg>
        <pc:picChg chg="add del">
          <ac:chgData name="Deepan Mehta" userId="c74e1ef3f0d3e855" providerId="LiveId" clId="{FD92F825-DED7-48EA-B3F7-33C2342FEAA9}" dt="2026-04-06T09:05:38.646" v="533" actId="26606"/>
          <ac:picMkLst>
            <pc:docMk/>
            <pc:sldMk cId="0" sldId="259"/>
            <ac:picMk id="85" creationId="{C9820398-347E-71D2-3A51-A2E48F2EC93D}"/>
          </ac:picMkLst>
        </pc:picChg>
        <pc:picChg chg="add">
          <ac:chgData name="Deepan Mehta" userId="c74e1ef3f0d3e855" providerId="LiveId" clId="{FD92F825-DED7-48EA-B3F7-33C2342FEAA9}" dt="2026-04-06T09:05:38.676" v="534" actId="26606"/>
          <ac:picMkLst>
            <pc:docMk/>
            <pc:sldMk cId="0" sldId="259"/>
            <ac:picMk id="88" creationId="{172BD9F6-0058-5C2C-16BC-6A8504722E5A}"/>
          </ac:picMkLst>
        </pc:picChg>
      </pc:sldChg>
      <pc:sldChg chg="addSp delSp modSp mod setBg">
        <pc:chgData name="Deepan Mehta" userId="c74e1ef3f0d3e855" providerId="LiveId" clId="{FD92F825-DED7-48EA-B3F7-33C2342FEAA9}" dt="2026-04-06T09:11:16.876" v="576" actId="26606"/>
        <pc:sldMkLst>
          <pc:docMk/>
          <pc:sldMk cId="0" sldId="260"/>
        </pc:sldMkLst>
        <pc:spChg chg="mod">
          <ac:chgData name="Deepan Mehta" userId="c74e1ef3f0d3e855" providerId="LiveId" clId="{FD92F825-DED7-48EA-B3F7-33C2342FEAA9}" dt="2026-04-06T09:11:16.876" v="576" actId="2660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Deepan Mehta" userId="c74e1ef3f0d3e855" providerId="LiveId" clId="{FD92F825-DED7-48EA-B3F7-33C2342FEAA9}" dt="2026-04-06T09:08:51.966" v="560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11:16.876" v="576" actId="26606"/>
          <ac:spMkLst>
            <pc:docMk/>
            <pc:sldMk cId="0" sldId="260"/>
            <ac:spMk id="4" creationId="{23453665-1C4B-E284-9A77-6C34C751F0B8}"/>
          </ac:spMkLst>
        </pc:spChg>
        <pc:spChg chg="add del">
          <ac:chgData name="Deepan Mehta" userId="c74e1ef3f0d3e855" providerId="LiveId" clId="{FD92F825-DED7-48EA-B3F7-33C2342FEAA9}" dt="2026-04-06T09:07:46.701" v="543" actId="26606"/>
          <ac:spMkLst>
            <pc:docMk/>
            <pc:sldMk cId="0" sldId="260"/>
            <ac:spMk id="10" creationId="{2E442304-DDBD-4F7B-8017-36BCC863FB40}"/>
          </ac:spMkLst>
        </pc:spChg>
        <pc:spChg chg="add del">
          <ac:chgData name="Deepan Mehta" userId="c74e1ef3f0d3e855" providerId="LiveId" clId="{FD92F825-DED7-48EA-B3F7-33C2342FEAA9}" dt="2026-04-06T09:08:28.931" v="553" actId="26606"/>
          <ac:spMkLst>
            <pc:docMk/>
            <pc:sldMk cId="0" sldId="260"/>
            <ac:spMk id="11" creationId="{B50AB553-2A96-4A92-96F2-93548E096954}"/>
          </ac:spMkLst>
        </pc:spChg>
        <pc:spChg chg="add del">
          <ac:chgData name="Deepan Mehta" userId="c74e1ef3f0d3e855" providerId="LiveId" clId="{FD92F825-DED7-48EA-B3F7-33C2342FEAA9}" dt="2026-04-06T09:07:46.701" v="543" actId="26606"/>
          <ac:spMkLst>
            <pc:docMk/>
            <pc:sldMk cId="0" sldId="260"/>
            <ac:spMk id="12" creationId="{5E107275-3853-46FD-A241-DE4355A42675}"/>
          </ac:spMkLst>
        </pc:spChg>
        <pc:spChg chg="add del">
          <ac:chgData name="Deepan Mehta" userId="c74e1ef3f0d3e855" providerId="LiveId" clId="{FD92F825-DED7-48EA-B3F7-33C2342FEAA9}" dt="2026-04-06T09:11:16.876" v="576" actId="26606"/>
          <ac:spMkLst>
            <pc:docMk/>
            <pc:sldMk cId="0" sldId="260"/>
            <ac:spMk id="14" creationId="{D0300FD3-5AF1-6305-15FA-9078072672E2}"/>
          </ac:spMkLst>
        </pc:spChg>
        <pc:spChg chg="add del">
          <ac:chgData name="Deepan Mehta" userId="c74e1ef3f0d3e855" providerId="LiveId" clId="{FD92F825-DED7-48EA-B3F7-33C2342FEAA9}" dt="2026-04-06T09:07:52.531" v="545" actId="26606"/>
          <ac:spMkLst>
            <pc:docMk/>
            <pc:sldMk cId="0" sldId="260"/>
            <ac:spMk id="16" creationId="{D9A7F3BF-8763-4074-AD77-92790AF314D1}"/>
          </ac:spMkLst>
        </pc:spChg>
        <pc:spChg chg="add del">
          <ac:chgData name="Deepan Mehta" userId="c74e1ef3f0d3e855" providerId="LiveId" clId="{FD92F825-DED7-48EA-B3F7-33C2342FEAA9}" dt="2026-04-06T09:07:55.116" v="547" actId="26606"/>
          <ac:spMkLst>
            <pc:docMk/>
            <pc:sldMk cId="0" sldId="260"/>
            <ac:spMk id="20" creationId="{443F2ACA-E6D6-4028-82DD-F03C262D5DE6}"/>
          </ac:spMkLst>
        </pc:spChg>
        <pc:spChg chg="add del">
          <ac:chgData name="Deepan Mehta" userId="c74e1ef3f0d3e855" providerId="LiveId" clId="{FD92F825-DED7-48EA-B3F7-33C2342FEAA9}" dt="2026-04-06T09:07:55.116" v="547" actId="26606"/>
          <ac:spMkLst>
            <pc:docMk/>
            <pc:sldMk cId="0" sldId="260"/>
            <ac:spMk id="21" creationId="{BACC6370-2D7E-4714-9D71-7542949D7D5D}"/>
          </ac:spMkLst>
        </pc:spChg>
        <pc:spChg chg="add del">
          <ac:chgData name="Deepan Mehta" userId="c74e1ef3f0d3e855" providerId="LiveId" clId="{FD92F825-DED7-48EA-B3F7-33C2342FEAA9}" dt="2026-04-06T09:07:55.116" v="547" actId="26606"/>
          <ac:spMkLst>
            <pc:docMk/>
            <pc:sldMk cId="0" sldId="260"/>
            <ac:spMk id="22" creationId="{256B2C21-A230-48C0-8DF1-C46611373C44}"/>
          </ac:spMkLst>
        </pc:spChg>
        <pc:spChg chg="add del">
          <ac:chgData name="Deepan Mehta" userId="c74e1ef3f0d3e855" providerId="LiveId" clId="{FD92F825-DED7-48EA-B3F7-33C2342FEAA9}" dt="2026-04-06T09:07:55.116" v="547" actId="26606"/>
          <ac:spMkLst>
            <pc:docMk/>
            <pc:sldMk cId="0" sldId="260"/>
            <ac:spMk id="23" creationId="{3847E18C-932D-4C95-AABA-FEC7C9499AD7}"/>
          </ac:spMkLst>
        </pc:spChg>
        <pc:spChg chg="add del">
          <ac:chgData name="Deepan Mehta" userId="c74e1ef3f0d3e855" providerId="LiveId" clId="{FD92F825-DED7-48EA-B3F7-33C2342FEAA9}" dt="2026-04-06T09:07:55.116" v="547" actId="26606"/>
          <ac:spMkLst>
            <pc:docMk/>
            <pc:sldMk cId="0" sldId="260"/>
            <ac:spMk id="24" creationId="{3150CB11-0C61-439E-910F-5787759E72A0}"/>
          </ac:spMkLst>
        </pc:spChg>
        <pc:spChg chg="add del">
          <ac:chgData name="Deepan Mehta" userId="c74e1ef3f0d3e855" providerId="LiveId" clId="{FD92F825-DED7-48EA-B3F7-33C2342FEAA9}" dt="2026-04-06T09:07:55.116" v="547" actId="26606"/>
          <ac:spMkLst>
            <pc:docMk/>
            <pc:sldMk cId="0" sldId="260"/>
            <ac:spMk id="25" creationId="{43F8A58B-5155-44CE-A5FF-7647B47D0A7A}"/>
          </ac:spMkLst>
        </pc:spChg>
        <pc:spChg chg="add del">
          <ac:chgData name="Deepan Mehta" userId="c74e1ef3f0d3e855" providerId="LiveId" clId="{FD92F825-DED7-48EA-B3F7-33C2342FEAA9}" dt="2026-04-06T09:08:20.904" v="549" actId="26606"/>
          <ac:spMkLst>
            <pc:docMk/>
            <pc:sldMk cId="0" sldId="260"/>
            <ac:spMk id="28" creationId="{9F7D5CDA-D291-4307-BF55-1381FED29634}"/>
          </ac:spMkLst>
        </pc:spChg>
        <pc:spChg chg="add del">
          <ac:chgData name="Deepan Mehta" userId="c74e1ef3f0d3e855" providerId="LiveId" clId="{FD92F825-DED7-48EA-B3F7-33C2342FEAA9}" dt="2026-04-06T09:08:20.904" v="549" actId="26606"/>
          <ac:spMkLst>
            <pc:docMk/>
            <pc:sldMk cId="0" sldId="260"/>
            <ac:spMk id="29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8:23.381" v="551" actId="26606"/>
          <ac:spMkLst>
            <pc:docMk/>
            <pc:sldMk cId="0" sldId="260"/>
            <ac:spMk id="32" creationId="{C0763A76-9F1C-4FC5-82B7-DD475DA461B2}"/>
          </ac:spMkLst>
        </pc:spChg>
        <pc:spChg chg="add del">
          <ac:chgData name="Deepan Mehta" userId="c74e1ef3f0d3e855" providerId="LiveId" clId="{FD92F825-DED7-48EA-B3F7-33C2342FEAA9}" dt="2026-04-06T09:08:23.381" v="551" actId="26606"/>
          <ac:spMkLst>
            <pc:docMk/>
            <pc:sldMk cId="0" sldId="260"/>
            <ac:spMk id="33" creationId="{E81BF4F6-F2CF-4984-9D14-D6966D92F99F}"/>
          </ac:spMkLst>
        </pc:spChg>
        <pc:spChg chg="add del">
          <ac:chgData name="Deepan Mehta" userId="c74e1ef3f0d3e855" providerId="LiveId" clId="{FD92F825-DED7-48EA-B3F7-33C2342FEAA9}" dt="2026-04-06T09:08:23.381" v="551" actId="26606"/>
          <ac:spMkLst>
            <pc:docMk/>
            <pc:sldMk cId="0" sldId="260"/>
            <ac:spMk id="34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8:33.771" v="555" actId="26606"/>
          <ac:spMkLst>
            <pc:docMk/>
            <pc:sldMk cId="0" sldId="260"/>
            <ac:spMk id="39" creationId="{9F7D5CDA-D291-4307-BF55-1381FED29634}"/>
          </ac:spMkLst>
        </pc:spChg>
        <pc:spChg chg="add del">
          <ac:chgData name="Deepan Mehta" userId="c74e1ef3f0d3e855" providerId="LiveId" clId="{FD92F825-DED7-48EA-B3F7-33C2342FEAA9}" dt="2026-04-06T09:08:33.771" v="555" actId="26606"/>
          <ac:spMkLst>
            <pc:docMk/>
            <pc:sldMk cId="0" sldId="260"/>
            <ac:spMk id="40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08:51.951" v="559" actId="26606"/>
          <ac:spMkLst>
            <pc:docMk/>
            <pc:sldMk cId="0" sldId="260"/>
            <ac:spMk id="45" creationId="{9F7D5CDA-D291-4307-BF55-1381FED29634}"/>
          </ac:spMkLst>
        </pc:spChg>
        <pc:spChg chg="add del">
          <ac:chgData name="Deepan Mehta" userId="c74e1ef3f0d3e855" providerId="LiveId" clId="{FD92F825-DED7-48EA-B3F7-33C2342FEAA9}" dt="2026-04-06T09:08:51.951" v="559" actId="26606"/>
          <ac:spMkLst>
            <pc:docMk/>
            <pc:sldMk cId="0" sldId="260"/>
            <ac:spMk id="46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11:16.876" v="576" actId="26606"/>
          <ac:spMkLst>
            <pc:docMk/>
            <pc:sldMk cId="0" sldId="260"/>
            <ac:spMk id="49" creationId="{9F7D5CDA-D291-4307-BF55-1381FED29634}"/>
          </ac:spMkLst>
        </pc:spChg>
        <pc:spChg chg="add del">
          <ac:chgData name="Deepan Mehta" userId="c74e1ef3f0d3e855" providerId="LiveId" clId="{FD92F825-DED7-48EA-B3F7-33C2342FEAA9}" dt="2026-04-06T09:11:16.876" v="576" actId="26606"/>
          <ac:spMkLst>
            <pc:docMk/>
            <pc:sldMk cId="0" sldId="260"/>
            <ac:spMk id="51" creationId="{59B296B9-C5A5-4E4F-9B60-C907B5F1466C}"/>
          </ac:spMkLst>
        </pc:spChg>
        <pc:spChg chg="add mod">
          <ac:chgData name="Deepan Mehta" userId="c74e1ef3f0d3e855" providerId="LiveId" clId="{FD92F825-DED7-48EA-B3F7-33C2342FEAA9}" dt="2026-04-06T09:11:16.876" v="576" actId="26606"/>
          <ac:spMkLst>
            <pc:docMk/>
            <pc:sldMk cId="0" sldId="260"/>
            <ac:spMk id="52" creationId="{00000000-0000-0000-0000-000000000000}"/>
          </ac:spMkLst>
        </pc:spChg>
        <pc:grpChg chg="add del">
          <ac:chgData name="Deepan Mehta" userId="c74e1ef3f0d3e855" providerId="LiveId" clId="{FD92F825-DED7-48EA-B3F7-33C2342FEAA9}" dt="2026-04-06T09:07:52.531" v="545" actId="26606"/>
          <ac:grpSpMkLst>
            <pc:docMk/>
            <pc:sldMk cId="0" sldId="260"/>
            <ac:grpSpMk id="18" creationId="{7A9648D6-B41B-42D0-A817-AE2607B0B5B8}"/>
          </ac:grpSpMkLst>
        </pc:grpChg>
        <pc:grpChg chg="add">
          <ac:chgData name="Deepan Mehta" userId="c74e1ef3f0d3e855" providerId="LiveId" clId="{FD92F825-DED7-48EA-B3F7-33C2342FEAA9}" dt="2026-04-06T09:11:16.876" v="576" actId="26606"/>
          <ac:grpSpMkLst>
            <pc:docMk/>
            <pc:sldMk cId="0" sldId="260"/>
            <ac:grpSpMk id="57" creationId="{1FD67D68-9B83-C338-8342-3348D8F22347}"/>
          </ac:grpSpMkLst>
        </pc:grpChg>
        <pc:graphicFrameChg chg="add del">
          <ac:chgData name="Deepan Mehta" userId="c74e1ef3f0d3e855" providerId="LiveId" clId="{FD92F825-DED7-48EA-B3F7-33C2342FEAA9}" dt="2026-04-06T09:07:46.701" v="543" actId="26606"/>
          <ac:graphicFrameMkLst>
            <pc:docMk/>
            <pc:sldMk cId="0" sldId="260"/>
            <ac:graphicFrameMk id="6" creationId="{999D45D6-62D7-8577-31BA-05DDD976E27F}"/>
          </ac:graphicFrameMkLst>
        </pc:graphicFrameChg>
        <pc:graphicFrameChg chg="add del">
          <ac:chgData name="Deepan Mehta" userId="c74e1ef3f0d3e855" providerId="LiveId" clId="{FD92F825-DED7-48EA-B3F7-33C2342FEAA9}" dt="2026-04-06T09:07:52.531" v="545" actId="26606"/>
          <ac:graphicFrameMkLst>
            <pc:docMk/>
            <pc:sldMk cId="0" sldId="260"/>
            <ac:graphicFrameMk id="19" creationId="{15FB1A6E-1FD2-9A5E-5110-9A31AB74BF73}"/>
          </ac:graphicFrameMkLst>
        </pc:graphicFrameChg>
        <pc:graphicFrameChg chg="add del">
          <ac:chgData name="Deepan Mehta" userId="c74e1ef3f0d3e855" providerId="LiveId" clId="{FD92F825-DED7-48EA-B3F7-33C2342FEAA9}" dt="2026-04-06T09:07:55.116" v="547" actId="26606"/>
          <ac:graphicFrameMkLst>
            <pc:docMk/>
            <pc:sldMk cId="0" sldId="260"/>
            <ac:graphicFrameMk id="26" creationId="{9A2E24F6-D71B-F257-013D-6EF04B6D5C90}"/>
          </ac:graphicFrameMkLst>
        </pc:graphicFrameChg>
        <pc:graphicFrameChg chg="add del">
          <ac:chgData name="Deepan Mehta" userId="c74e1ef3f0d3e855" providerId="LiveId" clId="{FD92F825-DED7-48EA-B3F7-33C2342FEAA9}" dt="2026-04-06T09:08:28.931" v="553" actId="26606"/>
          <ac:graphicFrameMkLst>
            <pc:docMk/>
            <pc:sldMk cId="0" sldId="260"/>
            <ac:graphicFrameMk id="37" creationId="{5AB50242-9A08-4654-94AD-661A5C42BFF2}"/>
          </ac:graphicFrameMkLst>
        </pc:graphicFrameChg>
        <pc:graphicFrameChg chg="add del">
          <ac:chgData name="Deepan Mehta" userId="c74e1ef3f0d3e855" providerId="LiveId" clId="{FD92F825-DED7-48EA-B3F7-33C2342FEAA9}" dt="2026-04-06T09:08:42.721" v="557" actId="26606"/>
          <ac:graphicFrameMkLst>
            <pc:docMk/>
            <pc:sldMk cId="0" sldId="260"/>
            <ac:graphicFrameMk id="43" creationId="{CFB39A3C-E0ED-C0BD-D14C-1F0694761481}"/>
          </ac:graphicFrameMkLst>
        </pc:graphicFrameChg>
        <pc:picChg chg="add del">
          <ac:chgData name="Deepan Mehta" userId="c74e1ef3f0d3e855" providerId="LiveId" clId="{FD92F825-DED7-48EA-B3F7-33C2342FEAA9}" dt="2026-04-06T09:08:28.931" v="553" actId="26606"/>
          <ac:picMkLst>
            <pc:docMk/>
            <pc:sldMk cId="0" sldId="260"/>
            <ac:picMk id="7" creationId="{C15299D3-35F8-F37F-EC18-9716792A04B1}"/>
          </ac:picMkLst>
        </pc:picChg>
        <pc:picChg chg="add del">
          <ac:chgData name="Deepan Mehta" userId="c74e1ef3f0d3e855" providerId="LiveId" clId="{FD92F825-DED7-48EA-B3F7-33C2342FEAA9}" dt="2026-04-06T09:08:20.904" v="549" actId="26606"/>
          <ac:picMkLst>
            <pc:docMk/>
            <pc:sldMk cId="0" sldId="260"/>
            <ac:picMk id="30" creationId="{54846273-3292-6966-F821-16E256450B70}"/>
          </ac:picMkLst>
        </pc:picChg>
        <pc:picChg chg="add del">
          <ac:chgData name="Deepan Mehta" userId="c74e1ef3f0d3e855" providerId="LiveId" clId="{FD92F825-DED7-48EA-B3F7-33C2342FEAA9}" dt="2026-04-06T09:08:23.381" v="551" actId="26606"/>
          <ac:picMkLst>
            <pc:docMk/>
            <pc:sldMk cId="0" sldId="260"/>
            <ac:picMk id="35" creationId="{53A6838F-690C-C860-1638-89C9FC70305D}"/>
          </ac:picMkLst>
        </pc:picChg>
        <pc:picChg chg="add del">
          <ac:chgData name="Deepan Mehta" userId="c74e1ef3f0d3e855" providerId="LiveId" clId="{FD92F825-DED7-48EA-B3F7-33C2342FEAA9}" dt="2026-04-06T09:08:33.771" v="555" actId="26606"/>
          <ac:picMkLst>
            <pc:docMk/>
            <pc:sldMk cId="0" sldId="260"/>
            <ac:picMk id="41" creationId="{54846273-3292-6966-F821-16E256450B70}"/>
          </ac:picMkLst>
        </pc:picChg>
        <pc:picChg chg="add del">
          <ac:chgData name="Deepan Mehta" userId="c74e1ef3f0d3e855" providerId="LiveId" clId="{FD92F825-DED7-48EA-B3F7-33C2342FEAA9}" dt="2026-04-06T09:08:51.951" v="559" actId="26606"/>
          <ac:picMkLst>
            <pc:docMk/>
            <pc:sldMk cId="0" sldId="260"/>
            <ac:picMk id="47" creationId="{54846273-3292-6966-F821-16E256450B70}"/>
          </ac:picMkLst>
        </pc:picChg>
        <pc:picChg chg="add mod ord">
          <ac:chgData name="Deepan Mehta" userId="c74e1ef3f0d3e855" providerId="LiveId" clId="{FD92F825-DED7-48EA-B3F7-33C2342FEAA9}" dt="2026-04-06T09:11:16.876" v="576" actId="26606"/>
          <ac:picMkLst>
            <pc:docMk/>
            <pc:sldMk cId="0" sldId="260"/>
            <ac:picMk id="50" creationId="{D68B9483-3D63-E81E-E887-D2D51E96DFA0}"/>
          </ac:picMkLst>
        </pc:picChg>
        <pc:cxnChg chg="add del">
          <ac:chgData name="Deepan Mehta" userId="c74e1ef3f0d3e855" providerId="LiveId" clId="{FD92F825-DED7-48EA-B3F7-33C2342FEAA9}" dt="2026-04-06T09:07:52.531" v="545" actId="26606"/>
          <ac:cxnSpMkLst>
            <pc:docMk/>
            <pc:sldMk cId="0" sldId="260"/>
            <ac:cxnSpMk id="17" creationId="{C49DA8F6-BCC1-4447-B54C-57856834B94B}"/>
          </ac:cxnSpMkLst>
        </pc:cxnChg>
      </pc:sldChg>
      <pc:sldChg chg="addSp delSp modSp mod setBg">
        <pc:chgData name="Deepan Mehta" userId="c74e1ef3f0d3e855" providerId="LiveId" clId="{FD92F825-DED7-48EA-B3F7-33C2342FEAA9}" dt="2026-04-06T09:14:19.681" v="589" actId="26606"/>
        <pc:sldMkLst>
          <pc:docMk/>
          <pc:sldMk cId="0" sldId="261"/>
        </pc:sldMkLst>
        <pc:spChg chg="mod">
          <ac:chgData name="Deepan Mehta" userId="c74e1ef3f0d3e855" providerId="LiveId" clId="{FD92F825-DED7-48EA-B3F7-33C2342FEAA9}" dt="2026-04-06T09:14:19.681" v="589" actId="26606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Deepan Mehta" userId="c74e1ef3f0d3e855" providerId="LiveId" clId="{FD92F825-DED7-48EA-B3F7-33C2342FEAA9}" dt="2026-04-06T09:14:19.681" v="589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14:19.681" v="589" actId="26606"/>
          <ac:spMkLst>
            <pc:docMk/>
            <pc:sldMk cId="0" sldId="261"/>
            <ac:spMk id="4" creationId="{7A5CA074-BA6E-686C-D23E-554F632FA55E}"/>
          </ac:spMkLst>
        </pc:spChg>
        <pc:spChg chg="add del">
          <ac:chgData name="Deepan Mehta" userId="c74e1ef3f0d3e855" providerId="LiveId" clId="{FD92F825-DED7-48EA-B3F7-33C2342FEAA9}" dt="2026-04-06T09:13:13.771" v="582" actId="26606"/>
          <ac:spMkLst>
            <pc:docMk/>
            <pc:sldMk cId="0" sldId="261"/>
            <ac:spMk id="9" creationId="{777A147A-9ED8-46B4-8660-1B3C2AA880B5}"/>
          </ac:spMkLst>
        </pc:spChg>
        <pc:spChg chg="add del">
          <ac:chgData name="Deepan Mehta" userId="c74e1ef3f0d3e855" providerId="LiveId" clId="{FD92F825-DED7-48EA-B3F7-33C2342FEAA9}" dt="2026-04-06T09:12:44.256" v="580" actId="26606"/>
          <ac:spMkLst>
            <pc:docMk/>
            <pc:sldMk cId="0" sldId="261"/>
            <ac:spMk id="10" creationId="{2E442304-DDBD-4F7B-8017-36BCC863FB40}"/>
          </ac:spMkLst>
        </pc:spChg>
        <pc:spChg chg="add del">
          <ac:chgData name="Deepan Mehta" userId="c74e1ef3f0d3e855" providerId="LiveId" clId="{FD92F825-DED7-48EA-B3F7-33C2342FEAA9}" dt="2026-04-06T09:13:13.771" v="582" actId="26606"/>
          <ac:spMkLst>
            <pc:docMk/>
            <pc:sldMk cId="0" sldId="261"/>
            <ac:spMk id="11" creationId="{5D6C15A0-C087-4593-8414-2B4EC1CDC3DE}"/>
          </ac:spMkLst>
        </pc:spChg>
        <pc:spChg chg="add del">
          <ac:chgData name="Deepan Mehta" userId="c74e1ef3f0d3e855" providerId="LiveId" clId="{FD92F825-DED7-48EA-B3F7-33C2342FEAA9}" dt="2026-04-06T09:12:44.256" v="580" actId="26606"/>
          <ac:spMkLst>
            <pc:docMk/>
            <pc:sldMk cId="0" sldId="261"/>
            <ac:spMk id="12" creationId="{5E107275-3853-46FD-A241-DE4355A42675}"/>
          </ac:spMkLst>
        </pc:spChg>
        <pc:spChg chg="add del">
          <ac:chgData name="Deepan Mehta" userId="c74e1ef3f0d3e855" providerId="LiveId" clId="{FD92F825-DED7-48EA-B3F7-33C2342FEAA9}" dt="2026-04-06T09:13:13.771" v="582" actId="26606"/>
          <ac:spMkLst>
            <pc:docMk/>
            <pc:sldMk cId="0" sldId="261"/>
            <ac:spMk id="14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13:50.193" v="584" actId="26606"/>
          <ac:spMkLst>
            <pc:docMk/>
            <pc:sldMk cId="0" sldId="261"/>
            <ac:spMk id="16" creationId="{100EDD19-6802-4EC3-95CE-CFFAB042CFD6}"/>
          </ac:spMkLst>
        </pc:spChg>
        <pc:spChg chg="add del">
          <ac:chgData name="Deepan Mehta" userId="c74e1ef3f0d3e855" providerId="LiveId" clId="{FD92F825-DED7-48EA-B3F7-33C2342FEAA9}" dt="2026-04-06T09:13:50.193" v="584" actId="26606"/>
          <ac:spMkLst>
            <pc:docMk/>
            <pc:sldMk cId="0" sldId="261"/>
            <ac:spMk id="17" creationId="{DB17E863-922E-4C26-BD64-E8FD41D28661}"/>
          </ac:spMkLst>
        </pc:spChg>
        <pc:spChg chg="add del">
          <ac:chgData name="Deepan Mehta" userId="c74e1ef3f0d3e855" providerId="LiveId" clId="{FD92F825-DED7-48EA-B3F7-33C2342FEAA9}" dt="2026-04-06T09:13:50.193" v="584" actId="26606"/>
          <ac:spMkLst>
            <pc:docMk/>
            <pc:sldMk cId="0" sldId="261"/>
            <ac:spMk id="18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14:13.484" v="586" actId="26606"/>
          <ac:spMkLst>
            <pc:docMk/>
            <pc:sldMk cId="0" sldId="261"/>
            <ac:spMk id="20" creationId="{B6CDA21F-E7AF-4C75-8395-33F58D5B0E45}"/>
          </ac:spMkLst>
        </pc:spChg>
        <pc:spChg chg="add del">
          <ac:chgData name="Deepan Mehta" userId="c74e1ef3f0d3e855" providerId="LiveId" clId="{FD92F825-DED7-48EA-B3F7-33C2342FEAA9}" dt="2026-04-06T09:14:13.484" v="586" actId="26606"/>
          <ac:spMkLst>
            <pc:docMk/>
            <pc:sldMk cId="0" sldId="261"/>
            <ac:spMk id="24" creationId="{D5B0017B-2ECA-49AF-B397-DC140825DF8D}"/>
          </ac:spMkLst>
        </pc:spChg>
        <pc:spChg chg="add del">
          <ac:chgData name="Deepan Mehta" userId="c74e1ef3f0d3e855" providerId="LiveId" clId="{FD92F825-DED7-48EA-B3F7-33C2342FEAA9}" dt="2026-04-06T09:14:13.484" v="586" actId="26606"/>
          <ac:spMkLst>
            <pc:docMk/>
            <pc:sldMk cId="0" sldId="261"/>
            <ac:spMk id="25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14:19.681" v="588" actId="26606"/>
          <ac:spMkLst>
            <pc:docMk/>
            <pc:sldMk cId="0" sldId="261"/>
            <ac:spMk id="28" creationId="{100EDD19-6802-4EC3-95CE-CFFAB042CFD6}"/>
          </ac:spMkLst>
        </pc:spChg>
        <pc:spChg chg="add del">
          <ac:chgData name="Deepan Mehta" userId="c74e1ef3f0d3e855" providerId="LiveId" clId="{FD92F825-DED7-48EA-B3F7-33C2342FEAA9}" dt="2026-04-06T09:14:19.681" v="588" actId="26606"/>
          <ac:spMkLst>
            <pc:docMk/>
            <pc:sldMk cId="0" sldId="261"/>
            <ac:spMk id="29" creationId="{DB17E863-922E-4C26-BD64-E8FD41D28661}"/>
          </ac:spMkLst>
        </pc:spChg>
        <pc:spChg chg="add del">
          <ac:chgData name="Deepan Mehta" userId="c74e1ef3f0d3e855" providerId="LiveId" clId="{FD92F825-DED7-48EA-B3F7-33C2342FEAA9}" dt="2026-04-06T09:14:19.681" v="588" actId="26606"/>
          <ac:spMkLst>
            <pc:docMk/>
            <pc:sldMk cId="0" sldId="261"/>
            <ac:spMk id="30" creationId="{00000000-0000-0000-0000-000000000000}"/>
          </ac:spMkLst>
        </pc:spChg>
        <pc:spChg chg="add">
          <ac:chgData name="Deepan Mehta" userId="c74e1ef3f0d3e855" providerId="LiveId" clId="{FD92F825-DED7-48EA-B3F7-33C2342FEAA9}" dt="2026-04-06T09:14:19.681" v="589" actId="26606"/>
          <ac:spMkLst>
            <pc:docMk/>
            <pc:sldMk cId="0" sldId="261"/>
            <ac:spMk id="32" creationId="{B6CDA21F-E7AF-4C75-8395-33F58D5B0E45}"/>
          </ac:spMkLst>
        </pc:spChg>
        <pc:spChg chg="add">
          <ac:chgData name="Deepan Mehta" userId="c74e1ef3f0d3e855" providerId="LiveId" clId="{FD92F825-DED7-48EA-B3F7-33C2342FEAA9}" dt="2026-04-06T09:14:19.681" v="589" actId="26606"/>
          <ac:spMkLst>
            <pc:docMk/>
            <pc:sldMk cId="0" sldId="261"/>
            <ac:spMk id="36" creationId="{D5B0017B-2ECA-49AF-B397-DC140825DF8D}"/>
          </ac:spMkLst>
        </pc:spChg>
        <pc:spChg chg="add">
          <ac:chgData name="Deepan Mehta" userId="c74e1ef3f0d3e855" providerId="LiveId" clId="{FD92F825-DED7-48EA-B3F7-33C2342FEAA9}" dt="2026-04-06T09:14:19.681" v="589" actId="26606"/>
          <ac:spMkLst>
            <pc:docMk/>
            <pc:sldMk cId="0" sldId="261"/>
            <ac:spMk id="37" creationId="{00000000-0000-0000-0000-000000000000}"/>
          </ac:spMkLst>
        </pc:spChg>
        <pc:grpChg chg="add del">
          <ac:chgData name="Deepan Mehta" userId="c74e1ef3f0d3e855" providerId="LiveId" clId="{FD92F825-DED7-48EA-B3F7-33C2342FEAA9}" dt="2026-04-06T09:14:13.484" v="586" actId="26606"/>
          <ac:grpSpMkLst>
            <pc:docMk/>
            <pc:sldMk cId="0" sldId="261"/>
            <ac:grpSpMk id="21" creationId="{AE1C45F0-260A-458C-96ED-C1F6D2151219}"/>
          </ac:grpSpMkLst>
        </pc:grpChg>
        <pc:grpChg chg="add">
          <ac:chgData name="Deepan Mehta" userId="c74e1ef3f0d3e855" providerId="LiveId" clId="{FD92F825-DED7-48EA-B3F7-33C2342FEAA9}" dt="2026-04-06T09:14:19.681" v="589" actId="26606"/>
          <ac:grpSpMkLst>
            <pc:docMk/>
            <pc:sldMk cId="0" sldId="261"/>
            <ac:grpSpMk id="33" creationId="{AE1C45F0-260A-458C-96ED-C1F6D2151219}"/>
          </ac:grpSpMkLst>
        </pc:grpChg>
        <pc:graphicFrameChg chg="add del">
          <ac:chgData name="Deepan Mehta" userId="c74e1ef3f0d3e855" providerId="LiveId" clId="{FD92F825-DED7-48EA-B3F7-33C2342FEAA9}" dt="2026-04-06T09:12:44.256" v="580" actId="26606"/>
          <ac:graphicFrameMkLst>
            <pc:docMk/>
            <pc:sldMk cId="0" sldId="261"/>
            <ac:graphicFrameMk id="6" creationId="{38F14438-D6E4-D7DD-0ADB-D0AEDF76C054}"/>
          </ac:graphicFrameMkLst>
        </pc:graphicFrameChg>
        <pc:cxnChg chg="add del">
          <ac:chgData name="Deepan Mehta" userId="c74e1ef3f0d3e855" providerId="LiveId" clId="{FD92F825-DED7-48EA-B3F7-33C2342FEAA9}" dt="2026-04-06T09:14:13.484" v="586" actId="26606"/>
          <ac:cxnSpMkLst>
            <pc:docMk/>
            <pc:sldMk cId="0" sldId="261"/>
            <ac:cxnSpMk id="26" creationId="{6CF1BAF6-AD41-4082-B212-8A1F9A2E8779}"/>
          </ac:cxnSpMkLst>
        </pc:cxnChg>
        <pc:cxnChg chg="add">
          <ac:chgData name="Deepan Mehta" userId="c74e1ef3f0d3e855" providerId="LiveId" clId="{FD92F825-DED7-48EA-B3F7-33C2342FEAA9}" dt="2026-04-06T09:14:19.681" v="589" actId="26606"/>
          <ac:cxnSpMkLst>
            <pc:docMk/>
            <pc:sldMk cId="0" sldId="261"/>
            <ac:cxnSpMk id="38" creationId="{6CF1BAF6-AD41-4082-B212-8A1F9A2E8779}"/>
          </ac:cxnSpMkLst>
        </pc:cxnChg>
      </pc:sldChg>
      <pc:sldChg chg="addSp delSp modSp mod setBg">
        <pc:chgData name="Deepan Mehta" userId="c74e1ef3f0d3e855" providerId="LiveId" clId="{FD92F825-DED7-48EA-B3F7-33C2342FEAA9}" dt="2026-04-06T09:16:10.926" v="601" actId="26606"/>
        <pc:sldMkLst>
          <pc:docMk/>
          <pc:sldMk cId="0" sldId="262"/>
        </pc:sldMkLst>
        <pc:spChg chg="mod">
          <ac:chgData name="Deepan Mehta" userId="c74e1ef3f0d3e855" providerId="LiveId" clId="{FD92F825-DED7-48EA-B3F7-33C2342FEAA9}" dt="2026-04-06T09:16:10.911" v="600" actId="26606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Deepan Mehta" userId="c74e1ef3f0d3e855" providerId="LiveId" clId="{FD92F825-DED7-48EA-B3F7-33C2342FEAA9}" dt="2026-04-06T09:16:10.926" v="601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16:10.911" v="600" actId="26606"/>
          <ac:spMkLst>
            <pc:docMk/>
            <pc:sldMk cId="0" sldId="262"/>
            <ac:spMk id="4" creationId="{E481C150-D7BB-B46E-6A19-1850D04808EC}"/>
          </ac:spMkLst>
        </pc:spChg>
        <pc:spChg chg="add del">
          <ac:chgData name="Deepan Mehta" userId="c74e1ef3f0d3e855" providerId="LiveId" clId="{FD92F825-DED7-48EA-B3F7-33C2342FEAA9}" dt="2026-04-06T09:15:23.781" v="598" actId="26606"/>
          <ac:spMkLst>
            <pc:docMk/>
            <pc:sldMk cId="0" sldId="262"/>
            <ac:spMk id="9" creationId="{B6CDA21F-E7AF-4C75-8395-33F58D5B0E45}"/>
          </ac:spMkLst>
        </pc:spChg>
        <pc:spChg chg="add del">
          <ac:chgData name="Deepan Mehta" userId="c74e1ef3f0d3e855" providerId="LiveId" clId="{FD92F825-DED7-48EA-B3F7-33C2342FEAA9}" dt="2026-04-06T09:16:10.911" v="600" actId="26606"/>
          <ac:spMkLst>
            <pc:docMk/>
            <pc:sldMk cId="0" sldId="262"/>
            <ac:spMk id="10" creationId="{7517A47C-B2E5-4B79-8061-D74B1311AF6E}"/>
          </ac:spMkLst>
        </pc:spChg>
        <pc:spChg chg="add del">
          <ac:chgData name="Deepan Mehta" userId="c74e1ef3f0d3e855" providerId="LiveId" clId="{FD92F825-DED7-48EA-B3F7-33C2342FEAA9}" dt="2026-04-06T09:15:23.781" v="598" actId="26606"/>
          <ac:spMkLst>
            <pc:docMk/>
            <pc:sldMk cId="0" sldId="262"/>
            <ac:spMk id="16" creationId="{D5B0017B-2ECA-49AF-B397-DC140825DF8D}"/>
          </ac:spMkLst>
        </pc:spChg>
        <pc:spChg chg="add del">
          <ac:chgData name="Deepan Mehta" userId="c74e1ef3f0d3e855" providerId="LiveId" clId="{FD92F825-DED7-48EA-B3F7-33C2342FEAA9}" dt="2026-04-06T09:16:10.911" v="600" actId="26606"/>
          <ac:spMkLst>
            <pc:docMk/>
            <pc:sldMk cId="0" sldId="262"/>
            <ac:spMk id="20" creationId="{C505E780-2083-4CB5-A42A-5E0E2908ECC3}"/>
          </ac:spMkLst>
        </pc:spChg>
        <pc:spChg chg="add del">
          <ac:chgData name="Deepan Mehta" userId="c74e1ef3f0d3e855" providerId="LiveId" clId="{FD92F825-DED7-48EA-B3F7-33C2342FEAA9}" dt="2026-04-06T09:16:10.911" v="600" actId="26606"/>
          <ac:spMkLst>
            <pc:docMk/>
            <pc:sldMk cId="0" sldId="262"/>
            <ac:spMk id="21" creationId="{D2C0AE1C-0118-41AE-8A10-7CDCBF10E96F}"/>
          </ac:spMkLst>
        </pc:spChg>
        <pc:spChg chg="add del">
          <ac:chgData name="Deepan Mehta" userId="c74e1ef3f0d3e855" providerId="LiveId" clId="{FD92F825-DED7-48EA-B3F7-33C2342FEAA9}" dt="2026-04-06T09:16:10.911" v="600" actId="26606"/>
          <ac:spMkLst>
            <pc:docMk/>
            <pc:sldMk cId="0" sldId="262"/>
            <ac:spMk id="22" creationId="{463EEC44-1BA3-44ED-81FC-A644B04B2A44}"/>
          </ac:spMkLst>
        </pc:spChg>
        <pc:grpChg chg="add del">
          <ac:chgData name="Deepan Mehta" userId="c74e1ef3f0d3e855" providerId="LiveId" clId="{FD92F825-DED7-48EA-B3F7-33C2342FEAA9}" dt="2026-04-06T09:15:23.781" v="598" actId="26606"/>
          <ac:grpSpMkLst>
            <pc:docMk/>
            <pc:sldMk cId="0" sldId="262"/>
            <ac:grpSpMk id="11" creationId="{AE1C45F0-260A-458C-96ED-C1F6D2151219}"/>
          </ac:grpSpMkLst>
        </pc:grpChg>
        <pc:graphicFrameChg chg="add del">
          <ac:chgData name="Deepan Mehta" userId="c74e1ef3f0d3e855" providerId="LiveId" clId="{FD92F825-DED7-48EA-B3F7-33C2342FEAA9}" dt="2026-04-06T09:16:10.911" v="600" actId="26606"/>
          <ac:graphicFrameMkLst>
            <pc:docMk/>
            <pc:sldMk cId="0" sldId="262"/>
            <ac:graphicFrameMk id="6" creationId="{55A32EB0-B073-0C85-4D21-6C5070AF69DD}"/>
          </ac:graphicFrameMkLst>
        </pc:graphicFrameChg>
        <pc:graphicFrameChg chg="add">
          <ac:chgData name="Deepan Mehta" userId="c74e1ef3f0d3e855" providerId="LiveId" clId="{FD92F825-DED7-48EA-B3F7-33C2342FEAA9}" dt="2026-04-06T09:16:10.926" v="601" actId="26606"/>
          <ac:graphicFrameMkLst>
            <pc:docMk/>
            <pc:sldMk cId="0" sldId="262"/>
            <ac:graphicFrameMk id="24" creationId="{59095194-538E-5752-9325-3582BBE175D1}"/>
          </ac:graphicFrameMkLst>
        </pc:graphicFrameChg>
        <pc:cxnChg chg="add del">
          <ac:chgData name="Deepan Mehta" userId="c74e1ef3f0d3e855" providerId="LiveId" clId="{FD92F825-DED7-48EA-B3F7-33C2342FEAA9}" dt="2026-04-06T09:15:23.781" v="598" actId="26606"/>
          <ac:cxnSpMkLst>
            <pc:docMk/>
            <pc:sldMk cId="0" sldId="262"/>
            <ac:cxnSpMk id="18" creationId="{6CF1BAF6-AD41-4082-B212-8A1F9A2E8779}"/>
          </ac:cxnSpMkLst>
        </pc:cxnChg>
      </pc:sldChg>
      <pc:sldChg chg="addSp delSp modSp mod setBg">
        <pc:chgData name="Deepan Mehta" userId="c74e1ef3f0d3e855" providerId="LiveId" clId="{FD92F825-DED7-48EA-B3F7-33C2342FEAA9}" dt="2026-04-06T09:18:09.051" v="616" actId="26606"/>
        <pc:sldMkLst>
          <pc:docMk/>
          <pc:sldMk cId="0" sldId="263"/>
        </pc:sldMkLst>
        <pc:spChg chg="mod">
          <ac:chgData name="Deepan Mehta" userId="c74e1ef3f0d3e855" providerId="LiveId" clId="{FD92F825-DED7-48EA-B3F7-33C2342FEAA9}" dt="2026-04-06T09:18:09.036" v="615" actId="2660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Deepan Mehta" userId="c74e1ef3f0d3e855" providerId="LiveId" clId="{FD92F825-DED7-48EA-B3F7-33C2342FEAA9}" dt="2026-04-06T09:18:09.051" v="616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18:09.036" v="615" actId="26606"/>
          <ac:spMkLst>
            <pc:docMk/>
            <pc:sldMk cId="0" sldId="263"/>
            <ac:spMk id="4" creationId="{CCEDB8E3-8D39-C207-29AB-A5E4DA2E2CE5}"/>
          </ac:spMkLst>
        </pc:spChg>
        <pc:spChg chg="add del">
          <ac:chgData name="Deepan Mehta" userId="c74e1ef3f0d3e855" providerId="LiveId" clId="{FD92F825-DED7-48EA-B3F7-33C2342FEAA9}" dt="2026-04-06T09:17:59.836" v="611" actId="26606"/>
          <ac:spMkLst>
            <pc:docMk/>
            <pc:sldMk cId="0" sldId="263"/>
            <ac:spMk id="9" creationId="{B6CDA21F-E7AF-4C75-8395-33F58D5B0E45}"/>
          </ac:spMkLst>
        </pc:spChg>
        <pc:spChg chg="add del">
          <ac:chgData name="Deepan Mehta" userId="c74e1ef3f0d3e855" providerId="LiveId" clId="{FD92F825-DED7-48EA-B3F7-33C2342FEAA9}" dt="2026-04-06T09:17:06.806" v="603" actId="26606"/>
          <ac:spMkLst>
            <pc:docMk/>
            <pc:sldMk cId="0" sldId="263"/>
            <ac:spMk id="10" creationId="{BACC6370-2D7E-4714-9D71-7542949D7D5D}"/>
          </ac:spMkLst>
        </pc:spChg>
        <pc:spChg chg="add del">
          <ac:chgData name="Deepan Mehta" userId="c74e1ef3f0d3e855" providerId="LiveId" clId="{FD92F825-DED7-48EA-B3F7-33C2342FEAA9}" dt="2026-04-06T09:17:06.806" v="603" actId="26606"/>
          <ac:spMkLst>
            <pc:docMk/>
            <pc:sldMk cId="0" sldId="263"/>
            <ac:spMk id="12" creationId="{256B2C21-A230-48C0-8DF1-C46611373C44}"/>
          </ac:spMkLst>
        </pc:spChg>
        <pc:spChg chg="add del">
          <ac:chgData name="Deepan Mehta" userId="c74e1ef3f0d3e855" providerId="LiveId" clId="{FD92F825-DED7-48EA-B3F7-33C2342FEAA9}" dt="2026-04-06T09:17:06.806" v="603" actId="26606"/>
          <ac:spMkLst>
            <pc:docMk/>
            <pc:sldMk cId="0" sldId="263"/>
            <ac:spMk id="14" creationId="{3847E18C-932D-4C95-AABA-FEC7C9499AD7}"/>
          </ac:spMkLst>
        </pc:spChg>
        <pc:spChg chg="add del">
          <ac:chgData name="Deepan Mehta" userId="c74e1ef3f0d3e855" providerId="LiveId" clId="{FD92F825-DED7-48EA-B3F7-33C2342FEAA9}" dt="2026-04-06T09:17:06.806" v="603" actId="26606"/>
          <ac:spMkLst>
            <pc:docMk/>
            <pc:sldMk cId="0" sldId="263"/>
            <ac:spMk id="16" creationId="{3150CB11-0C61-439E-910F-5787759E72A0}"/>
          </ac:spMkLst>
        </pc:spChg>
        <pc:spChg chg="add del">
          <ac:chgData name="Deepan Mehta" userId="c74e1ef3f0d3e855" providerId="LiveId" clId="{FD92F825-DED7-48EA-B3F7-33C2342FEAA9}" dt="2026-04-06T09:17:06.806" v="603" actId="26606"/>
          <ac:spMkLst>
            <pc:docMk/>
            <pc:sldMk cId="0" sldId="263"/>
            <ac:spMk id="18" creationId="{43F8A58B-5155-44CE-A5FF-7647B47D0A7A}"/>
          </ac:spMkLst>
        </pc:spChg>
        <pc:spChg chg="add del">
          <ac:chgData name="Deepan Mehta" userId="c74e1ef3f0d3e855" providerId="LiveId" clId="{FD92F825-DED7-48EA-B3F7-33C2342FEAA9}" dt="2026-04-06T09:17:06.806" v="603" actId="26606"/>
          <ac:spMkLst>
            <pc:docMk/>
            <pc:sldMk cId="0" sldId="263"/>
            <ac:spMk id="20" creationId="{443F2ACA-E6D6-4028-82DD-F03C262D5DE6}"/>
          </ac:spMkLst>
        </pc:spChg>
        <pc:spChg chg="add del">
          <ac:chgData name="Deepan Mehta" userId="c74e1ef3f0d3e855" providerId="LiveId" clId="{FD92F825-DED7-48EA-B3F7-33C2342FEAA9}" dt="2026-04-06T09:17:15.956" v="605" actId="26606"/>
          <ac:spMkLst>
            <pc:docMk/>
            <pc:sldMk cId="0" sldId="263"/>
            <ac:spMk id="22" creationId="{BACC6370-2D7E-4714-9D71-7542949D7D5D}"/>
          </ac:spMkLst>
        </pc:spChg>
        <pc:spChg chg="add del">
          <ac:chgData name="Deepan Mehta" userId="c74e1ef3f0d3e855" providerId="LiveId" clId="{FD92F825-DED7-48EA-B3F7-33C2342FEAA9}" dt="2026-04-06T09:17:15.956" v="605" actId="26606"/>
          <ac:spMkLst>
            <pc:docMk/>
            <pc:sldMk cId="0" sldId="263"/>
            <ac:spMk id="23" creationId="{256B2C21-A230-48C0-8DF1-C46611373C44}"/>
          </ac:spMkLst>
        </pc:spChg>
        <pc:spChg chg="add del">
          <ac:chgData name="Deepan Mehta" userId="c74e1ef3f0d3e855" providerId="LiveId" clId="{FD92F825-DED7-48EA-B3F7-33C2342FEAA9}" dt="2026-04-06T09:17:15.956" v="605" actId="26606"/>
          <ac:spMkLst>
            <pc:docMk/>
            <pc:sldMk cId="0" sldId="263"/>
            <ac:spMk id="24" creationId="{3847E18C-932D-4C95-AABA-FEC7C9499AD7}"/>
          </ac:spMkLst>
        </pc:spChg>
        <pc:spChg chg="add del">
          <ac:chgData name="Deepan Mehta" userId="c74e1ef3f0d3e855" providerId="LiveId" clId="{FD92F825-DED7-48EA-B3F7-33C2342FEAA9}" dt="2026-04-06T09:17:15.956" v="605" actId="26606"/>
          <ac:spMkLst>
            <pc:docMk/>
            <pc:sldMk cId="0" sldId="263"/>
            <ac:spMk id="25" creationId="{3150CB11-0C61-439E-910F-5787759E72A0}"/>
          </ac:spMkLst>
        </pc:spChg>
        <pc:spChg chg="add del">
          <ac:chgData name="Deepan Mehta" userId="c74e1ef3f0d3e855" providerId="LiveId" clId="{FD92F825-DED7-48EA-B3F7-33C2342FEAA9}" dt="2026-04-06T09:17:15.956" v="605" actId="26606"/>
          <ac:spMkLst>
            <pc:docMk/>
            <pc:sldMk cId="0" sldId="263"/>
            <ac:spMk id="26" creationId="{43F8A58B-5155-44CE-A5FF-7647B47D0A7A}"/>
          </ac:spMkLst>
        </pc:spChg>
        <pc:spChg chg="add del">
          <ac:chgData name="Deepan Mehta" userId="c74e1ef3f0d3e855" providerId="LiveId" clId="{FD92F825-DED7-48EA-B3F7-33C2342FEAA9}" dt="2026-04-06T09:17:15.956" v="605" actId="26606"/>
          <ac:spMkLst>
            <pc:docMk/>
            <pc:sldMk cId="0" sldId="263"/>
            <ac:spMk id="27" creationId="{443F2ACA-E6D6-4028-82DD-F03C262D5DE6}"/>
          </ac:spMkLst>
        </pc:spChg>
        <pc:spChg chg="add del">
          <ac:chgData name="Deepan Mehta" userId="c74e1ef3f0d3e855" providerId="LiveId" clId="{FD92F825-DED7-48EA-B3F7-33C2342FEAA9}" dt="2026-04-06T09:17:28.001" v="607" actId="26606"/>
          <ac:spMkLst>
            <pc:docMk/>
            <pc:sldMk cId="0" sldId="263"/>
            <ac:spMk id="30" creationId="{9DBC8166-481C-4473-95F5-9A5B9073B7F1}"/>
          </ac:spMkLst>
        </pc:spChg>
        <pc:spChg chg="add del">
          <ac:chgData name="Deepan Mehta" userId="c74e1ef3f0d3e855" providerId="LiveId" clId="{FD92F825-DED7-48EA-B3F7-33C2342FEAA9}" dt="2026-04-06T09:17:28.001" v="607" actId="26606"/>
          <ac:spMkLst>
            <pc:docMk/>
            <pc:sldMk cId="0" sldId="263"/>
            <ac:spMk id="31" creationId="{A5A5CE6E-90AF-4D43-A014-1F9EC83EB93D}"/>
          </ac:spMkLst>
        </pc:spChg>
        <pc:spChg chg="add del">
          <ac:chgData name="Deepan Mehta" userId="c74e1ef3f0d3e855" providerId="LiveId" clId="{FD92F825-DED7-48EA-B3F7-33C2342FEAA9}" dt="2026-04-06T09:17:59.836" v="611" actId="26606"/>
          <ac:spMkLst>
            <pc:docMk/>
            <pc:sldMk cId="0" sldId="263"/>
            <ac:spMk id="38" creationId="{D5B0017B-2ECA-49AF-B397-DC140825DF8D}"/>
          </ac:spMkLst>
        </pc:spChg>
        <pc:spChg chg="add del">
          <ac:chgData name="Deepan Mehta" userId="c74e1ef3f0d3e855" providerId="LiveId" clId="{FD92F825-DED7-48EA-B3F7-33C2342FEAA9}" dt="2026-04-06T09:17:59.836" v="611" actId="26606"/>
          <ac:spMkLst>
            <pc:docMk/>
            <pc:sldMk cId="0" sldId="263"/>
            <ac:spMk id="39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18:02.057" v="613" actId="26606"/>
          <ac:spMkLst>
            <pc:docMk/>
            <pc:sldMk cId="0" sldId="263"/>
            <ac:spMk id="42" creationId="{081EA652-8C6A-4E69-BEB9-170809474553}"/>
          </ac:spMkLst>
        </pc:spChg>
        <pc:spChg chg="add del">
          <ac:chgData name="Deepan Mehta" userId="c74e1ef3f0d3e855" providerId="LiveId" clId="{FD92F825-DED7-48EA-B3F7-33C2342FEAA9}" dt="2026-04-06T09:18:02.057" v="613" actId="26606"/>
          <ac:spMkLst>
            <pc:docMk/>
            <pc:sldMk cId="0" sldId="263"/>
            <ac:spMk id="43" creationId="{5298780A-33B9-4EA2-8F67-DE68AD62841B}"/>
          </ac:spMkLst>
        </pc:spChg>
        <pc:spChg chg="add del">
          <ac:chgData name="Deepan Mehta" userId="c74e1ef3f0d3e855" providerId="LiveId" clId="{FD92F825-DED7-48EA-B3F7-33C2342FEAA9}" dt="2026-04-06T09:18:02.057" v="613" actId="26606"/>
          <ac:spMkLst>
            <pc:docMk/>
            <pc:sldMk cId="0" sldId="263"/>
            <ac:spMk id="44" creationId="{7F488E8B-4E1E-4402-8935-D4E6C02615C7}"/>
          </ac:spMkLst>
        </pc:spChg>
        <pc:spChg chg="add del">
          <ac:chgData name="Deepan Mehta" userId="c74e1ef3f0d3e855" providerId="LiveId" clId="{FD92F825-DED7-48EA-B3F7-33C2342FEAA9}" dt="2026-04-06T09:18:02.057" v="613" actId="26606"/>
          <ac:spMkLst>
            <pc:docMk/>
            <pc:sldMk cId="0" sldId="263"/>
            <ac:spMk id="45" creationId="{00000000-0000-0000-0000-000000000000}"/>
          </ac:spMkLst>
        </pc:spChg>
        <pc:spChg chg="add del">
          <ac:chgData name="Deepan Mehta" userId="c74e1ef3f0d3e855" providerId="LiveId" clId="{FD92F825-DED7-48EA-B3F7-33C2342FEAA9}" dt="2026-04-06T09:18:09.036" v="615" actId="26606"/>
          <ac:spMkLst>
            <pc:docMk/>
            <pc:sldMk cId="0" sldId="263"/>
            <ac:spMk id="47" creationId="{B6CDA21F-E7AF-4C75-8395-33F58D5B0E45}"/>
          </ac:spMkLst>
        </pc:spChg>
        <pc:spChg chg="add del">
          <ac:chgData name="Deepan Mehta" userId="c74e1ef3f0d3e855" providerId="LiveId" clId="{FD92F825-DED7-48EA-B3F7-33C2342FEAA9}" dt="2026-04-06T09:18:09.036" v="615" actId="26606"/>
          <ac:spMkLst>
            <pc:docMk/>
            <pc:sldMk cId="0" sldId="263"/>
            <ac:spMk id="51" creationId="{D5B0017B-2ECA-49AF-B397-DC140825DF8D}"/>
          </ac:spMkLst>
        </pc:spChg>
        <pc:spChg chg="add del">
          <ac:chgData name="Deepan Mehta" userId="c74e1ef3f0d3e855" providerId="LiveId" clId="{FD92F825-DED7-48EA-B3F7-33C2342FEAA9}" dt="2026-04-06T09:18:09.036" v="615" actId="26606"/>
          <ac:spMkLst>
            <pc:docMk/>
            <pc:sldMk cId="0" sldId="263"/>
            <ac:spMk id="52" creationId="{00000000-0000-0000-0000-000000000000}"/>
          </ac:spMkLst>
        </pc:spChg>
        <pc:grpChg chg="add del">
          <ac:chgData name="Deepan Mehta" userId="c74e1ef3f0d3e855" providerId="LiveId" clId="{FD92F825-DED7-48EA-B3F7-33C2342FEAA9}" dt="2026-04-06T09:17:59.836" v="611" actId="26606"/>
          <ac:grpSpMkLst>
            <pc:docMk/>
            <pc:sldMk cId="0" sldId="263"/>
            <ac:grpSpMk id="11" creationId="{AE1C45F0-260A-458C-96ED-C1F6D2151219}"/>
          </ac:grpSpMkLst>
        </pc:grpChg>
        <pc:grpChg chg="add del">
          <ac:chgData name="Deepan Mehta" userId="c74e1ef3f0d3e855" providerId="LiveId" clId="{FD92F825-DED7-48EA-B3F7-33C2342FEAA9}" dt="2026-04-06T09:18:09.036" v="615" actId="26606"/>
          <ac:grpSpMkLst>
            <pc:docMk/>
            <pc:sldMk cId="0" sldId="263"/>
            <ac:grpSpMk id="48" creationId="{AE1C45F0-260A-458C-96ED-C1F6D2151219}"/>
          </ac:grpSpMkLst>
        </pc:grpChg>
        <pc:graphicFrameChg chg="add del">
          <ac:chgData name="Deepan Mehta" userId="c74e1ef3f0d3e855" providerId="LiveId" clId="{FD92F825-DED7-48EA-B3F7-33C2342FEAA9}" dt="2026-04-06T09:17:06.806" v="603" actId="26606"/>
          <ac:graphicFrameMkLst>
            <pc:docMk/>
            <pc:sldMk cId="0" sldId="263"/>
            <ac:graphicFrameMk id="6" creationId="{EF539116-4A6A-C2E5-3BB7-AA56C87E5E40}"/>
          </ac:graphicFrameMkLst>
        </pc:graphicFrameChg>
        <pc:graphicFrameChg chg="add del">
          <ac:chgData name="Deepan Mehta" userId="c74e1ef3f0d3e855" providerId="LiveId" clId="{FD92F825-DED7-48EA-B3F7-33C2342FEAA9}" dt="2026-04-06T09:17:15.956" v="605" actId="26606"/>
          <ac:graphicFrameMkLst>
            <pc:docMk/>
            <pc:sldMk cId="0" sldId="263"/>
            <ac:graphicFrameMk id="28" creationId="{7C3BF69B-9666-2548-2940-92B09ECCFDB1}"/>
          </ac:graphicFrameMkLst>
        </pc:graphicFrameChg>
        <pc:graphicFrameChg chg="add del">
          <ac:chgData name="Deepan Mehta" userId="c74e1ef3f0d3e855" providerId="LiveId" clId="{FD92F825-DED7-48EA-B3F7-33C2342FEAA9}" dt="2026-04-06T09:17:28.001" v="607" actId="26606"/>
          <ac:graphicFrameMkLst>
            <pc:docMk/>
            <pc:sldMk cId="0" sldId="263"/>
            <ac:graphicFrameMk id="32" creationId="{E736559D-76EE-6CE8-D5B0-171013BB0F62}"/>
          </ac:graphicFrameMkLst>
        </pc:graphicFrameChg>
        <pc:graphicFrameChg chg="add del">
          <ac:chgData name="Deepan Mehta" userId="c74e1ef3f0d3e855" providerId="LiveId" clId="{FD92F825-DED7-48EA-B3F7-33C2342FEAA9}" dt="2026-04-06T09:17:53.341" v="609" actId="26606"/>
          <ac:graphicFrameMkLst>
            <pc:docMk/>
            <pc:sldMk cId="0" sldId="263"/>
            <ac:graphicFrameMk id="34" creationId="{7310FE72-10F3-5D02-F230-8A217806D7D0}"/>
          </ac:graphicFrameMkLst>
        </pc:graphicFrameChg>
        <pc:graphicFrameChg chg="add">
          <ac:chgData name="Deepan Mehta" userId="c74e1ef3f0d3e855" providerId="LiveId" clId="{FD92F825-DED7-48EA-B3F7-33C2342FEAA9}" dt="2026-04-06T09:18:09.051" v="616" actId="26606"/>
          <ac:graphicFrameMkLst>
            <pc:docMk/>
            <pc:sldMk cId="0" sldId="263"/>
            <ac:graphicFrameMk id="55" creationId="{7310FE72-10F3-5D02-F230-8A217806D7D0}"/>
          </ac:graphicFrameMkLst>
        </pc:graphicFrameChg>
        <pc:cxnChg chg="add del">
          <ac:chgData name="Deepan Mehta" userId="c74e1ef3f0d3e855" providerId="LiveId" clId="{FD92F825-DED7-48EA-B3F7-33C2342FEAA9}" dt="2026-04-06T09:18:02.057" v="613" actId="26606"/>
          <ac:cxnSpMkLst>
            <pc:docMk/>
            <pc:sldMk cId="0" sldId="263"/>
            <ac:cxnSpMk id="15" creationId="{23AAC9B5-8015-485C-ACF9-A750390E9A56}"/>
          </ac:cxnSpMkLst>
        </pc:cxnChg>
        <pc:cxnChg chg="add del">
          <ac:chgData name="Deepan Mehta" userId="c74e1ef3f0d3e855" providerId="LiveId" clId="{FD92F825-DED7-48EA-B3F7-33C2342FEAA9}" dt="2026-04-06T09:17:59.836" v="611" actId="26606"/>
          <ac:cxnSpMkLst>
            <pc:docMk/>
            <pc:sldMk cId="0" sldId="263"/>
            <ac:cxnSpMk id="40" creationId="{6CF1BAF6-AD41-4082-B212-8A1F9A2E8779}"/>
          </ac:cxnSpMkLst>
        </pc:cxnChg>
        <pc:cxnChg chg="add del">
          <ac:chgData name="Deepan Mehta" userId="c74e1ef3f0d3e855" providerId="LiveId" clId="{FD92F825-DED7-48EA-B3F7-33C2342FEAA9}" dt="2026-04-06T09:18:09.036" v="615" actId="26606"/>
          <ac:cxnSpMkLst>
            <pc:docMk/>
            <pc:sldMk cId="0" sldId="263"/>
            <ac:cxnSpMk id="53" creationId="{6CF1BAF6-AD41-4082-B212-8A1F9A2E8779}"/>
          </ac:cxnSpMkLst>
        </pc:cxnChg>
      </pc:sldChg>
      <pc:sldChg chg="addSp delSp modSp mod setBg">
        <pc:chgData name="Deepan Mehta" userId="c74e1ef3f0d3e855" providerId="LiveId" clId="{FD92F825-DED7-48EA-B3F7-33C2342FEAA9}" dt="2026-04-06T09:18:52.442" v="621" actId="26606"/>
        <pc:sldMkLst>
          <pc:docMk/>
          <pc:sldMk cId="0" sldId="264"/>
        </pc:sldMkLst>
        <pc:spChg chg="mod">
          <ac:chgData name="Deepan Mehta" userId="c74e1ef3f0d3e855" providerId="LiveId" clId="{FD92F825-DED7-48EA-B3F7-33C2342FEAA9}" dt="2026-04-06T09:18:46.468" v="618" actId="26606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Deepan Mehta" userId="c74e1ef3f0d3e855" providerId="LiveId" clId="{FD92F825-DED7-48EA-B3F7-33C2342FEAA9}" dt="2026-04-06T09:18:52.442" v="621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18:46.468" v="618" actId="26606"/>
          <ac:spMkLst>
            <pc:docMk/>
            <pc:sldMk cId="0" sldId="264"/>
            <ac:spMk id="4" creationId="{B7BC4560-BDBE-61C5-E81B-9435F7D33752}"/>
          </ac:spMkLst>
        </pc:spChg>
        <pc:spChg chg="add del">
          <ac:chgData name="Deepan Mehta" userId="c74e1ef3f0d3e855" providerId="LiveId" clId="{FD92F825-DED7-48EA-B3F7-33C2342FEAA9}" dt="2026-04-06T09:18:46.468" v="618" actId="26606"/>
          <ac:spMkLst>
            <pc:docMk/>
            <pc:sldMk cId="0" sldId="264"/>
            <ac:spMk id="10" creationId="{C0763A76-9F1C-4FC5-82B7-DD475DA461B2}"/>
          </ac:spMkLst>
        </pc:spChg>
        <pc:spChg chg="add del">
          <ac:chgData name="Deepan Mehta" userId="c74e1ef3f0d3e855" providerId="LiveId" clId="{FD92F825-DED7-48EA-B3F7-33C2342FEAA9}" dt="2026-04-06T09:18:46.468" v="618" actId="26606"/>
          <ac:spMkLst>
            <pc:docMk/>
            <pc:sldMk cId="0" sldId="264"/>
            <ac:spMk id="12" creationId="{E81BF4F6-F2CF-4984-9D14-D6966D92F99F}"/>
          </ac:spMkLst>
        </pc:spChg>
        <pc:graphicFrameChg chg="add del">
          <ac:chgData name="Deepan Mehta" userId="c74e1ef3f0d3e855" providerId="LiveId" clId="{FD92F825-DED7-48EA-B3F7-33C2342FEAA9}" dt="2026-04-06T09:18:52.431" v="620" actId="26606"/>
          <ac:graphicFrameMkLst>
            <pc:docMk/>
            <pc:sldMk cId="0" sldId="264"/>
            <ac:graphicFrameMk id="14" creationId="{E72FA898-3A69-7F54-2A2C-17DB945E40D8}"/>
          </ac:graphicFrameMkLst>
        </pc:graphicFrameChg>
        <pc:graphicFrameChg chg="add">
          <ac:chgData name="Deepan Mehta" userId="c74e1ef3f0d3e855" providerId="LiveId" clId="{FD92F825-DED7-48EA-B3F7-33C2342FEAA9}" dt="2026-04-06T09:18:52.442" v="621" actId="26606"/>
          <ac:graphicFrameMkLst>
            <pc:docMk/>
            <pc:sldMk cId="0" sldId="264"/>
            <ac:graphicFrameMk id="16" creationId="{DEB4BA0E-E267-71A2-148E-0D74B5244536}"/>
          </ac:graphicFrameMkLst>
        </pc:graphicFrameChg>
        <pc:picChg chg="add del">
          <ac:chgData name="Deepan Mehta" userId="c74e1ef3f0d3e855" providerId="LiveId" clId="{FD92F825-DED7-48EA-B3F7-33C2342FEAA9}" dt="2026-04-06T09:18:46.468" v="618" actId="26606"/>
          <ac:picMkLst>
            <pc:docMk/>
            <pc:sldMk cId="0" sldId="264"/>
            <ac:picMk id="6" creationId="{69AD9726-EA57-13DF-D581-DA7C43A8B744}"/>
          </ac:picMkLst>
        </pc:picChg>
      </pc:sldChg>
      <pc:sldChg chg="addSp delSp modSp mod setBg">
        <pc:chgData name="Deepan Mehta" userId="c74e1ef3f0d3e855" providerId="LiveId" clId="{FD92F825-DED7-48EA-B3F7-33C2342FEAA9}" dt="2026-04-06T09:24:24.985" v="661" actId="20577"/>
        <pc:sldMkLst>
          <pc:docMk/>
          <pc:sldMk cId="0" sldId="265"/>
        </pc:sldMkLst>
        <pc:spChg chg="mod">
          <ac:chgData name="Deepan Mehta" userId="c74e1ef3f0d3e855" providerId="LiveId" clId="{FD92F825-DED7-48EA-B3F7-33C2342FEAA9}" dt="2026-04-06T09:20:22.891" v="632" actId="26606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6T09:24:24.985" v="661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20:22.891" v="632" actId="26606"/>
          <ac:spMkLst>
            <pc:docMk/>
            <pc:sldMk cId="0" sldId="265"/>
            <ac:spMk id="5" creationId="{98C6BE95-404F-5BE3-C36A-370C1351BFDC}"/>
          </ac:spMkLst>
        </pc:spChg>
        <pc:spChg chg="add del">
          <ac:chgData name="Deepan Mehta" userId="c74e1ef3f0d3e855" providerId="LiveId" clId="{FD92F825-DED7-48EA-B3F7-33C2342FEAA9}" dt="2026-04-06T09:19:20.470" v="623" actId="26606"/>
          <ac:spMkLst>
            <pc:docMk/>
            <pc:sldMk cId="0" sldId="265"/>
            <ac:spMk id="10" creationId="{04812C46-200A-4DEB-A05E-3ED6C68C2387}"/>
          </ac:spMkLst>
        </pc:spChg>
        <pc:spChg chg="add del">
          <ac:chgData name="Deepan Mehta" userId="c74e1ef3f0d3e855" providerId="LiveId" clId="{FD92F825-DED7-48EA-B3F7-33C2342FEAA9}" dt="2026-04-06T09:19:20.470" v="623" actId="26606"/>
          <ac:spMkLst>
            <pc:docMk/>
            <pc:sldMk cId="0" sldId="265"/>
            <ac:spMk id="12" creationId="{D1EA859B-E555-4109-94F3-6700E046E008}"/>
          </ac:spMkLst>
        </pc:spChg>
        <pc:spChg chg="add del">
          <ac:chgData name="Deepan Mehta" userId="c74e1ef3f0d3e855" providerId="LiveId" clId="{FD92F825-DED7-48EA-B3F7-33C2342FEAA9}" dt="2026-04-06T09:20:22.885" v="631" actId="26606"/>
          <ac:spMkLst>
            <pc:docMk/>
            <pc:sldMk cId="0" sldId="265"/>
            <ac:spMk id="16" creationId="{5A55FBCD-CD42-40F5-8A1B-3203F9CAEEAA}"/>
          </ac:spMkLst>
        </pc:spChg>
        <pc:spChg chg="add del">
          <ac:chgData name="Deepan Mehta" userId="c74e1ef3f0d3e855" providerId="LiveId" clId="{FD92F825-DED7-48EA-B3F7-33C2342FEAA9}" dt="2026-04-06T09:19:57.574" v="629" actId="26606"/>
          <ac:spMkLst>
            <pc:docMk/>
            <pc:sldMk cId="0" sldId="265"/>
            <ac:spMk id="21" creationId="{0B9EE3F3-89B7-43C3-8651-C4C96830993D}"/>
          </ac:spMkLst>
        </pc:spChg>
        <pc:spChg chg="add del">
          <ac:chgData name="Deepan Mehta" userId="c74e1ef3f0d3e855" providerId="LiveId" clId="{FD92F825-DED7-48EA-B3F7-33C2342FEAA9}" dt="2026-04-06T09:19:57.574" v="629" actId="26606"/>
          <ac:spMkLst>
            <pc:docMk/>
            <pc:sldMk cId="0" sldId="265"/>
            <ac:spMk id="22" creationId="{33AE4636-AEEC-45D6-84D4-7AC2DA48ECF8}"/>
          </ac:spMkLst>
        </pc:spChg>
        <pc:spChg chg="add del">
          <ac:chgData name="Deepan Mehta" userId="c74e1ef3f0d3e855" providerId="LiveId" clId="{FD92F825-DED7-48EA-B3F7-33C2342FEAA9}" dt="2026-04-06T09:19:57.574" v="629" actId="26606"/>
          <ac:spMkLst>
            <pc:docMk/>
            <pc:sldMk cId="0" sldId="265"/>
            <ac:spMk id="23" creationId="{8D9CE0F4-2EB2-4F1F-8AAC-DB3571D9FE10}"/>
          </ac:spMkLst>
        </pc:spChg>
        <pc:spChg chg="add del">
          <ac:chgData name="Deepan Mehta" userId="c74e1ef3f0d3e855" providerId="LiveId" clId="{FD92F825-DED7-48EA-B3F7-33C2342FEAA9}" dt="2026-04-06T09:20:22.885" v="631" actId="26606"/>
          <ac:spMkLst>
            <pc:docMk/>
            <pc:sldMk cId="0" sldId="265"/>
            <ac:spMk id="25" creationId="{FFB60E8C-7224-44A4-87A0-46A1711DD2ED}"/>
          </ac:spMkLst>
        </pc:spChg>
        <pc:spChg chg="add del">
          <ac:chgData name="Deepan Mehta" userId="c74e1ef3f0d3e855" providerId="LiveId" clId="{FD92F825-DED7-48EA-B3F7-33C2342FEAA9}" dt="2026-04-06T09:20:22.885" v="631" actId="26606"/>
          <ac:spMkLst>
            <pc:docMk/>
            <pc:sldMk cId="0" sldId="265"/>
            <ac:spMk id="26" creationId="{5DA32751-37A2-45C0-BE94-63D375E27003}"/>
          </ac:spMkLst>
        </pc:spChg>
        <pc:spChg chg="add del">
          <ac:chgData name="Deepan Mehta" userId="c74e1ef3f0d3e855" providerId="LiveId" clId="{FD92F825-DED7-48EA-B3F7-33C2342FEAA9}" dt="2026-04-06T09:20:22.885" v="631" actId="26606"/>
          <ac:spMkLst>
            <pc:docMk/>
            <pc:sldMk cId="0" sldId="265"/>
            <ac:spMk id="27" creationId="{E659831F-0D9A-4C63-9EBB-8435B85A440F}"/>
          </ac:spMkLst>
        </pc:spChg>
        <pc:spChg chg="add">
          <ac:chgData name="Deepan Mehta" userId="c74e1ef3f0d3e855" providerId="LiveId" clId="{FD92F825-DED7-48EA-B3F7-33C2342FEAA9}" dt="2026-04-06T09:20:22.891" v="632" actId="26606"/>
          <ac:spMkLst>
            <pc:docMk/>
            <pc:sldMk cId="0" sldId="265"/>
            <ac:spMk id="29" creationId="{92468898-5A6E-4D55-85EC-308E785EE06C}"/>
          </ac:spMkLst>
        </pc:spChg>
        <pc:spChg chg="add">
          <ac:chgData name="Deepan Mehta" userId="c74e1ef3f0d3e855" providerId="LiveId" clId="{FD92F825-DED7-48EA-B3F7-33C2342FEAA9}" dt="2026-04-06T09:20:22.891" v="632" actId="26606"/>
          <ac:spMkLst>
            <pc:docMk/>
            <pc:sldMk cId="0" sldId="265"/>
            <ac:spMk id="30" creationId="{3E23A947-2D45-4208-AE2B-64948C87A3EB}"/>
          </ac:spMkLst>
        </pc:spChg>
        <pc:spChg chg="add">
          <ac:chgData name="Deepan Mehta" userId="c74e1ef3f0d3e855" providerId="LiveId" clId="{FD92F825-DED7-48EA-B3F7-33C2342FEAA9}" dt="2026-04-06T09:20:22.891" v="632" actId="26606"/>
          <ac:spMkLst>
            <pc:docMk/>
            <pc:sldMk cId="0" sldId="265"/>
            <ac:spMk id="31" creationId="{E5BBB0F9-6A59-4D02-A9C7-A2D6516684CE}"/>
          </ac:spMkLst>
        </pc:spChg>
        <pc:grpChg chg="add del">
          <ac:chgData name="Deepan Mehta" userId="c74e1ef3f0d3e855" providerId="LiveId" clId="{FD92F825-DED7-48EA-B3F7-33C2342FEAA9}" dt="2026-04-06T09:19:25.346" v="625" actId="26606"/>
          <ac:grpSpMkLst>
            <pc:docMk/>
            <pc:sldMk cId="0" sldId="265"/>
            <ac:grpSpMk id="14" creationId="{3AFCAD34-1AFC-BC1A-F6B2-C34C63912EAB}"/>
          </ac:grpSpMkLst>
        </pc:grpChg>
        <pc:grpChg chg="add del">
          <ac:chgData name="Deepan Mehta" userId="c74e1ef3f0d3e855" providerId="LiveId" clId="{FD92F825-DED7-48EA-B3F7-33C2342FEAA9}" dt="2026-04-06T09:19:39.961" v="627" actId="26606"/>
          <ac:grpSpMkLst>
            <pc:docMk/>
            <pc:sldMk cId="0" sldId="265"/>
            <ac:grpSpMk id="17" creationId="{31C49F18-8757-4E87-5C2E-9D6D7B82BA3B}"/>
          </ac:grpSpMkLst>
        </pc:grpChg>
        <pc:picChg chg="mod ord">
          <ac:chgData name="Deepan Mehta" userId="c74e1ef3f0d3e855" providerId="LiveId" clId="{FD92F825-DED7-48EA-B3F7-33C2342FEAA9}" dt="2026-04-06T09:20:22.891" v="632" actId="26606"/>
          <ac:picMkLst>
            <pc:docMk/>
            <pc:sldMk cId="0" sldId="265"/>
            <ac:picMk id="4" creationId="{00000000-0000-0000-0000-000000000000}"/>
          </ac:picMkLst>
        </pc:picChg>
      </pc:sldChg>
      <pc:sldChg chg="addSp delSp modSp mod setBg">
        <pc:chgData name="Deepan Mehta" userId="c74e1ef3f0d3e855" providerId="LiveId" clId="{FD92F825-DED7-48EA-B3F7-33C2342FEAA9}" dt="2026-04-06T09:25:12.151" v="662" actId="26606"/>
        <pc:sldMkLst>
          <pc:docMk/>
          <pc:sldMk cId="0" sldId="266"/>
        </pc:sldMkLst>
        <pc:spChg chg="mod">
          <ac:chgData name="Deepan Mehta" userId="c74e1ef3f0d3e855" providerId="LiveId" clId="{FD92F825-DED7-48EA-B3F7-33C2342FEAA9}" dt="2026-04-06T09:25:12.151" v="662" actId="26606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6T09:25:12.151" v="662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25:12.151" v="662" actId="26606"/>
          <ac:spMkLst>
            <pc:docMk/>
            <pc:sldMk cId="0" sldId="266"/>
            <ac:spMk id="5" creationId="{43D91BE4-6F89-DE69-AE57-4FD880418E3C}"/>
          </ac:spMkLst>
        </pc:spChg>
        <pc:spChg chg="add del">
          <ac:chgData name="Deepan Mehta" userId="c74e1ef3f0d3e855" providerId="LiveId" clId="{FD92F825-DED7-48EA-B3F7-33C2342FEAA9}" dt="2026-04-06T09:21:05.131" v="634" actId="26606"/>
          <ac:spMkLst>
            <pc:docMk/>
            <pc:sldMk cId="0" sldId="266"/>
            <ac:spMk id="10" creationId="{92468898-5A6E-4D55-85EC-308E785EE06C}"/>
          </ac:spMkLst>
        </pc:spChg>
        <pc:spChg chg="add del">
          <ac:chgData name="Deepan Mehta" userId="c74e1ef3f0d3e855" providerId="LiveId" clId="{FD92F825-DED7-48EA-B3F7-33C2342FEAA9}" dt="2026-04-06T09:21:05.131" v="634" actId="26606"/>
          <ac:spMkLst>
            <pc:docMk/>
            <pc:sldMk cId="0" sldId="266"/>
            <ac:spMk id="12" creationId="{3E23A947-2D45-4208-AE2B-64948C87A3EB}"/>
          </ac:spMkLst>
        </pc:spChg>
        <pc:spChg chg="add del">
          <ac:chgData name="Deepan Mehta" userId="c74e1ef3f0d3e855" providerId="LiveId" clId="{FD92F825-DED7-48EA-B3F7-33C2342FEAA9}" dt="2026-04-06T09:21:05.131" v="634" actId="26606"/>
          <ac:spMkLst>
            <pc:docMk/>
            <pc:sldMk cId="0" sldId="266"/>
            <ac:spMk id="14" creationId="{E5BBB0F9-6A59-4D02-A9C7-A2D6516684CE}"/>
          </ac:spMkLst>
        </pc:spChg>
        <pc:spChg chg="add del">
          <ac:chgData name="Deepan Mehta" userId="c74e1ef3f0d3e855" providerId="LiveId" clId="{FD92F825-DED7-48EA-B3F7-33C2342FEAA9}" dt="2026-04-06T09:22:36.491" v="653" actId="26606"/>
          <ac:spMkLst>
            <pc:docMk/>
            <pc:sldMk cId="0" sldId="266"/>
            <ac:spMk id="26" creationId="{92468898-5A6E-4D55-85EC-308E785EE06C}"/>
          </ac:spMkLst>
        </pc:spChg>
        <pc:spChg chg="add del">
          <ac:chgData name="Deepan Mehta" userId="c74e1ef3f0d3e855" providerId="LiveId" clId="{FD92F825-DED7-48EA-B3F7-33C2342FEAA9}" dt="2026-04-06T09:22:36.491" v="653" actId="26606"/>
          <ac:spMkLst>
            <pc:docMk/>
            <pc:sldMk cId="0" sldId="266"/>
            <ac:spMk id="27" creationId="{3E23A947-2D45-4208-AE2B-64948C87A3EB}"/>
          </ac:spMkLst>
        </pc:spChg>
        <pc:spChg chg="add del">
          <ac:chgData name="Deepan Mehta" userId="c74e1ef3f0d3e855" providerId="LiveId" clId="{FD92F825-DED7-48EA-B3F7-33C2342FEAA9}" dt="2026-04-06T09:22:36.491" v="653" actId="26606"/>
          <ac:spMkLst>
            <pc:docMk/>
            <pc:sldMk cId="0" sldId="266"/>
            <ac:spMk id="28" creationId="{E5BBB0F9-6A59-4D02-A9C7-A2D6516684CE}"/>
          </ac:spMkLst>
        </pc:spChg>
        <pc:spChg chg="add">
          <ac:chgData name="Deepan Mehta" userId="c74e1ef3f0d3e855" providerId="LiveId" clId="{FD92F825-DED7-48EA-B3F7-33C2342FEAA9}" dt="2026-04-06T09:25:12.151" v="662" actId="26606"/>
          <ac:spMkLst>
            <pc:docMk/>
            <pc:sldMk cId="0" sldId="266"/>
            <ac:spMk id="40" creationId="{92468898-5A6E-4D55-85EC-308E785EE06C}"/>
          </ac:spMkLst>
        </pc:spChg>
        <pc:spChg chg="add">
          <ac:chgData name="Deepan Mehta" userId="c74e1ef3f0d3e855" providerId="LiveId" clId="{FD92F825-DED7-48EA-B3F7-33C2342FEAA9}" dt="2026-04-06T09:25:12.151" v="662" actId="26606"/>
          <ac:spMkLst>
            <pc:docMk/>
            <pc:sldMk cId="0" sldId="266"/>
            <ac:spMk id="42" creationId="{3E23A947-2D45-4208-AE2B-64948C87A3EB}"/>
          </ac:spMkLst>
        </pc:spChg>
        <pc:spChg chg="add">
          <ac:chgData name="Deepan Mehta" userId="c74e1ef3f0d3e855" providerId="LiveId" clId="{FD92F825-DED7-48EA-B3F7-33C2342FEAA9}" dt="2026-04-06T09:25:12.151" v="662" actId="26606"/>
          <ac:spMkLst>
            <pc:docMk/>
            <pc:sldMk cId="0" sldId="266"/>
            <ac:spMk id="44" creationId="{E5BBB0F9-6A59-4D02-A9C7-A2D6516684CE}"/>
          </ac:spMkLst>
        </pc:spChg>
        <pc:grpChg chg="add del">
          <ac:chgData name="Deepan Mehta" userId="c74e1ef3f0d3e855" providerId="LiveId" clId="{FD92F825-DED7-48EA-B3F7-33C2342FEAA9}" dt="2026-04-06T09:21:09.386" v="636" actId="26606"/>
          <ac:grpSpMkLst>
            <pc:docMk/>
            <pc:sldMk cId="0" sldId="266"/>
            <ac:grpSpMk id="16" creationId="{114ED94A-C85D-4CD3-4205-438D21CE6B38}"/>
          </ac:grpSpMkLst>
        </pc:grpChg>
        <pc:grpChg chg="add del">
          <ac:chgData name="Deepan Mehta" userId="c74e1ef3f0d3e855" providerId="LiveId" clId="{FD92F825-DED7-48EA-B3F7-33C2342FEAA9}" dt="2026-04-06T09:21:27.734" v="638" actId="26606"/>
          <ac:grpSpMkLst>
            <pc:docMk/>
            <pc:sldMk cId="0" sldId="266"/>
            <ac:grpSpMk id="20" creationId="{1FD67D68-9B83-C338-8342-3348D8F22347}"/>
          </ac:grpSpMkLst>
        </pc:grpChg>
        <pc:grpChg chg="add del">
          <ac:chgData name="Deepan Mehta" userId="c74e1ef3f0d3e855" providerId="LiveId" clId="{FD92F825-DED7-48EA-B3F7-33C2342FEAA9}" dt="2026-04-06T09:25:12.151" v="662" actId="26606"/>
          <ac:grpSpMkLst>
            <pc:docMk/>
            <pc:sldMk cId="0" sldId="266"/>
            <ac:grpSpMk id="33" creationId="{1FD67D68-9B83-C338-8342-3348D8F22347}"/>
          </ac:grpSpMkLst>
        </pc:grpChg>
        <pc:picChg chg="mod ord">
          <ac:chgData name="Deepan Mehta" userId="c74e1ef3f0d3e855" providerId="LiveId" clId="{FD92F825-DED7-48EA-B3F7-33C2342FEAA9}" dt="2026-04-06T09:25:12.151" v="662" actId="26606"/>
          <ac:picMkLst>
            <pc:docMk/>
            <pc:sldMk cId="0" sldId="266"/>
            <ac:picMk id="4" creationId="{00000000-0000-0000-0000-000000000000}"/>
          </ac:picMkLst>
        </pc:picChg>
        <pc:cxnChg chg="add del">
          <ac:chgData name="Deepan Mehta" userId="c74e1ef3f0d3e855" providerId="LiveId" clId="{FD92F825-DED7-48EA-B3F7-33C2342FEAA9}" dt="2026-04-06T09:21:41.743" v="640" actId="26606"/>
          <ac:cxnSpMkLst>
            <pc:docMk/>
            <pc:sldMk cId="0" sldId="266"/>
            <ac:cxnSpMk id="24" creationId="{FC23E3B9-5ABF-58B3-E2B0-E9A5DAA90037}"/>
          </ac:cxnSpMkLst>
        </pc:cxnChg>
      </pc:sldChg>
      <pc:sldChg chg="addSp delSp modSp mod setBg">
        <pc:chgData name="Deepan Mehta" userId="c74e1ef3f0d3e855" providerId="LiveId" clId="{FD92F825-DED7-48EA-B3F7-33C2342FEAA9}" dt="2026-04-06T09:28:47.260" v="719" actId="26606"/>
        <pc:sldMkLst>
          <pc:docMk/>
          <pc:sldMk cId="0" sldId="267"/>
        </pc:sldMkLst>
        <pc:spChg chg="mod ord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2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5" creationId="{007423F4-DF31-8BF9-CC99-3133847D7F21}"/>
          </ac:spMkLst>
        </pc:spChg>
        <pc:spChg chg="add del">
          <ac:chgData name="Deepan Mehta" userId="c74e1ef3f0d3e855" providerId="LiveId" clId="{FD92F825-DED7-48EA-B3F7-33C2342FEAA9}" dt="2026-04-06T09:26:19.935" v="679" actId="26606"/>
          <ac:spMkLst>
            <pc:docMk/>
            <pc:sldMk cId="0" sldId="267"/>
            <ac:spMk id="7" creationId="{84ECDE7A-6944-466D-8FFE-149A29BA6BAE}"/>
          </ac:spMkLst>
        </pc:spChg>
        <pc:spChg chg="add del">
          <ac:chgData name="Deepan Mehta" userId="c74e1ef3f0d3e855" providerId="LiveId" clId="{FD92F825-DED7-48EA-B3F7-33C2342FEAA9}" dt="2026-04-06T09:26:19.935" v="679" actId="26606"/>
          <ac:spMkLst>
            <pc:docMk/>
            <pc:sldMk cId="0" sldId="267"/>
            <ac:spMk id="8" creationId="{B3420082-9415-44EC-802E-C77D71D59C57}"/>
          </ac:spMkLst>
        </pc:spChg>
        <pc:spChg chg="add del">
          <ac:chgData name="Deepan Mehta" userId="c74e1ef3f0d3e855" providerId="LiveId" clId="{FD92F825-DED7-48EA-B3F7-33C2342FEAA9}" dt="2026-04-06T09:26:19.935" v="679" actId="26606"/>
          <ac:spMkLst>
            <pc:docMk/>
            <pc:sldMk cId="0" sldId="267"/>
            <ac:spMk id="9" creationId="{55A52C45-1FCB-4636-A80F-2849B8226C01}"/>
          </ac:spMkLst>
        </pc:spChg>
        <pc:spChg chg="add del">
          <ac:chgData name="Deepan Mehta" userId="c74e1ef3f0d3e855" providerId="LiveId" clId="{FD92F825-DED7-48EA-B3F7-33C2342FEAA9}" dt="2026-04-06T09:25:28.431" v="664" actId="26606"/>
          <ac:spMkLst>
            <pc:docMk/>
            <pc:sldMk cId="0" sldId="267"/>
            <ac:spMk id="10" creationId="{E45CA849-654C-4173-AD99-B3A2528275F5}"/>
          </ac:spMkLst>
        </pc:spChg>
        <pc:spChg chg="add del">
          <ac:chgData name="Deepan Mehta" userId="c74e1ef3f0d3e855" providerId="LiveId" clId="{FD92F825-DED7-48EA-B3F7-33C2342FEAA9}" dt="2026-04-06T09:26:19.935" v="679" actId="26606"/>
          <ac:spMkLst>
            <pc:docMk/>
            <pc:sldMk cId="0" sldId="267"/>
            <ac:spMk id="11" creationId="{768EB4DD-3704-43AD-92B3-C4E0C6EA92CB}"/>
          </ac:spMkLst>
        </pc:spChg>
        <pc:spChg chg="add del">
          <ac:chgData name="Deepan Mehta" userId="c74e1ef3f0d3e855" providerId="LiveId" clId="{FD92F825-DED7-48EA-B3F7-33C2342FEAA9}" dt="2026-04-06T09:25:28.431" v="664" actId="26606"/>
          <ac:spMkLst>
            <pc:docMk/>
            <pc:sldMk cId="0" sldId="267"/>
            <ac:spMk id="12" creationId="{3E23A947-2D45-4208-AE2B-64948C87A3EB}"/>
          </ac:spMkLst>
        </pc:spChg>
        <pc:spChg chg="add del">
          <ac:chgData name="Deepan Mehta" userId="c74e1ef3f0d3e855" providerId="LiveId" clId="{FD92F825-DED7-48EA-B3F7-33C2342FEAA9}" dt="2026-04-06T09:26:37.576" v="681" actId="26606"/>
          <ac:spMkLst>
            <pc:docMk/>
            <pc:sldMk cId="0" sldId="267"/>
            <ac:spMk id="13" creationId="{B1595A09-E336-4D1B-9B3A-06A2287A54E2}"/>
          </ac:spMkLst>
        </pc:spChg>
        <pc:spChg chg="add del">
          <ac:chgData name="Deepan Mehta" userId="c74e1ef3f0d3e855" providerId="LiveId" clId="{FD92F825-DED7-48EA-B3F7-33C2342FEAA9}" dt="2026-04-06T09:25:28.431" v="664" actId="26606"/>
          <ac:spMkLst>
            <pc:docMk/>
            <pc:sldMk cId="0" sldId="267"/>
            <ac:spMk id="14" creationId="{E5BBB0F9-6A59-4D02-A9C7-A2D6516684CE}"/>
          </ac:spMkLst>
        </pc:spChg>
        <pc:spChg chg="add del">
          <ac:chgData name="Deepan Mehta" userId="c74e1ef3f0d3e855" providerId="LiveId" clId="{FD92F825-DED7-48EA-B3F7-33C2342FEAA9}" dt="2026-04-06T09:26:37.576" v="681" actId="26606"/>
          <ac:spMkLst>
            <pc:docMk/>
            <pc:sldMk cId="0" sldId="267"/>
            <ac:spMk id="15" creationId="{3540989C-C7B8-473B-BF87-6F2DA6A90006}"/>
          </ac:spMkLst>
        </pc:spChg>
        <pc:spChg chg="add del">
          <ac:chgData name="Deepan Mehta" userId="c74e1ef3f0d3e855" providerId="LiveId" clId="{FD92F825-DED7-48EA-B3F7-33C2342FEAA9}" dt="2026-04-06T09:25:30.156" v="666" actId="26606"/>
          <ac:spMkLst>
            <pc:docMk/>
            <pc:sldMk cId="0" sldId="267"/>
            <ac:spMk id="16" creationId="{92468898-5A6E-4D55-85EC-308E785EE06C}"/>
          </ac:spMkLst>
        </pc:spChg>
        <pc:spChg chg="add del">
          <ac:chgData name="Deepan Mehta" userId="c74e1ef3f0d3e855" providerId="LiveId" clId="{FD92F825-DED7-48EA-B3F7-33C2342FEAA9}" dt="2026-04-06T09:25:30.156" v="666" actId="26606"/>
          <ac:spMkLst>
            <pc:docMk/>
            <pc:sldMk cId="0" sldId="267"/>
            <ac:spMk id="17" creationId="{3E23A947-2D45-4208-AE2B-64948C87A3EB}"/>
          </ac:spMkLst>
        </pc:spChg>
        <pc:spChg chg="add del">
          <ac:chgData name="Deepan Mehta" userId="c74e1ef3f0d3e855" providerId="LiveId" clId="{FD92F825-DED7-48EA-B3F7-33C2342FEAA9}" dt="2026-04-06T09:25:30.156" v="666" actId="26606"/>
          <ac:spMkLst>
            <pc:docMk/>
            <pc:sldMk cId="0" sldId="267"/>
            <ac:spMk id="18" creationId="{E5BBB0F9-6A59-4D02-A9C7-A2D6516684CE}"/>
          </ac:spMkLst>
        </pc:spChg>
        <pc:spChg chg="add del">
          <ac:chgData name="Deepan Mehta" userId="c74e1ef3f0d3e855" providerId="LiveId" clId="{FD92F825-DED7-48EA-B3F7-33C2342FEAA9}" dt="2026-04-06T09:26:43.896" v="683" actId="26606"/>
          <ac:spMkLst>
            <pc:docMk/>
            <pc:sldMk cId="0" sldId="267"/>
            <ac:spMk id="19" creationId="{3BA513B0-82FF-4F41-8178-885375D1CFB5}"/>
          </ac:spMkLst>
        </pc:spChg>
        <pc:spChg chg="add del">
          <ac:chgData name="Deepan Mehta" userId="c74e1ef3f0d3e855" providerId="LiveId" clId="{FD92F825-DED7-48EA-B3F7-33C2342FEAA9}" dt="2026-04-06T09:25:31.115" v="668" actId="26606"/>
          <ac:spMkLst>
            <pc:docMk/>
            <pc:sldMk cId="0" sldId="267"/>
            <ac:spMk id="20" creationId="{E45CA849-654C-4173-AD99-B3A2528275F5}"/>
          </ac:spMkLst>
        </pc:spChg>
        <pc:spChg chg="add del">
          <ac:chgData name="Deepan Mehta" userId="c74e1ef3f0d3e855" providerId="LiveId" clId="{FD92F825-DED7-48EA-B3F7-33C2342FEAA9}" dt="2026-04-06T09:25:31.115" v="668" actId="26606"/>
          <ac:spMkLst>
            <pc:docMk/>
            <pc:sldMk cId="0" sldId="267"/>
            <ac:spMk id="21" creationId="{3E23A947-2D45-4208-AE2B-64948C87A3EB}"/>
          </ac:spMkLst>
        </pc:spChg>
        <pc:spChg chg="add del">
          <ac:chgData name="Deepan Mehta" userId="c74e1ef3f0d3e855" providerId="LiveId" clId="{FD92F825-DED7-48EA-B3F7-33C2342FEAA9}" dt="2026-04-06T09:25:31.115" v="668" actId="26606"/>
          <ac:spMkLst>
            <pc:docMk/>
            <pc:sldMk cId="0" sldId="267"/>
            <ac:spMk id="22" creationId="{E5BBB0F9-6A59-4D02-A9C7-A2D6516684CE}"/>
          </ac:spMkLst>
        </pc:spChg>
        <pc:spChg chg="add del">
          <ac:chgData name="Deepan Mehta" userId="c74e1ef3f0d3e855" providerId="LiveId" clId="{FD92F825-DED7-48EA-B3F7-33C2342FEAA9}" dt="2026-04-06T09:25:40.384" v="670" actId="26606"/>
          <ac:spMkLst>
            <pc:docMk/>
            <pc:sldMk cId="0" sldId="267"/>
            <ac:spMk id="24" creationId="{0288C6B4-AFC3-407F-A595-EFFD38D4CCAF}"/>
          </ac:spMkLst>
        </pc:spChg>
        <pc:spChg chg="add del">
          <ac:chgData name="Deepan Mehta" userId="c74e1ef3f0d3e855" providerId="LiveId" clId="{FD92F825-DED7-48EA-B3F7-33C2342FEAA9}" dt="2026-04-06T09:25:40.384" v="670" actId="26606"/>
          <ac:spMkLst>
            <pc:docMk/>
            <pc:sldMk cId="0" sldId="267"/>
            <ac:spMk id="25" creationId="{CF236821-17FE-429B-8D2C-08E13A64EA40}"/>
          </ac:spMkLst>
        </pc:spChg>
        <pc:spChg chg="add del">
          <ac:chgData name="Deepan Mehta" userId="c74e1ef3f0d3e855" providerId="LiveId" clId="{FD92F825-DED7-48EA-B3F7-33C2342FEAA9}" dt="2026-04-06T09:25:40.384" v="670" actId="26606"/>
          <ac:spMkLst>
            <pc:docMk/>
            <pc:sldMk cId="0" sldId="267"/>
            <ac:spMk id="26" creationId="{C0BDBCD2-E081-43AB-9119-C55465E59757}"/>
          </ac:spMkLst>
        </pc:spChg>
        <pc:spChg chg="add del">
          <ac:chgData name="Deepan Mehta" userId="c74e1ef3f0d3e855" providerId="LiveId" clId="{FD92F825-DED7-48EA-B3F7-33C2342FEAA9}" dt="2026-04-06T09:25:40.384" v="670" actId="26606"/>
          <ac:spMkLst>
            <pc:docMk/>
            <pc:sldMk cId="0" sldId="267"/>
            <ac:spMk id="27" creationId="{98E79BE4-34FE-485A-98A5-92CE8F7C4743}"/>
          </ac:spMkLst>
        </pc:spChg>
        <pc:spChg chg="add del">
          <ac:chgData name="Deepan Mehta" userId="c74e1ef3f0d3e855" providerId="LiveId" clId="{FD92F825-DED7-48EA-B3F7-33C2342FEAA9}" dt="2026-04-06T09:25:40.384" v="670" actId="26606"/>
          <ac:spMkLst>
            <pc:docMk/>
            <pc:sldMk cId="0" sldId="267"/>
            <ac:spMk id="28" creationId="{7A5F0580-5EE9-419F-96EE-B6529EF6E7D0}"/>
          </ac:spMkLst>
        </pc:spChg>
        <pc:spChg chg="add del">
          <ac:chgData name="Deepan Mehta" userId="c74e1ef3f0d3e855" providerId="LiveId" clId="{FD92F825-DED7-48EA-B3F7-33C2342FEAA9}" dt="2026-04-06T09:25:43.664" v="672" actId="26606"/>
          <ac:spMkLst>
            <pc:docMk/>
            <pc:sldMk cId="0" sldId="267"/>
            <ac:spMk id="30" creationId="{CED4ADB3-C6E5-44F4-960B-D8CDEC8E8A29}"/>
          </ac:spMkLst>
        </pc:spChg>
        <pc:spChg chg="add del">
          <ac:chgData name="Deepan Mehta" userId="c74e1ef3f0d3e855" providerId="LiveId" clId="{FD92F825-DED7-48EA-B3F7-33C2342FEAA9}" dt="2026-04-06T09:25:43.664" v="672" actId="26606"/>
          <ac:spMkLst>
            <pc:docMk/>
            <pc:sldMk cId="0" sldId="267"/>
            <ac:spMk id="33" creationId="{E46B98A5-2874-4160-A801-37F774304EC1}"/>
          </ac:spMkLst>
        </pc:spChg>
        <pc:spChg chg="add del">
          <ac:chgData name="Deepan Mehta" userId="c74e1ef3f0d3e855" providerId="LiveId" clId="{FD92F825-DED7-48EA-B3F7-33C2342FEAA9}" dt="2026-04-06T09:25:49.361" v="674" actId="26606"/>
          <ac:spMkLst>
            <pc:docMk/>
            <pc:sldMk cId="0" sldId="267"/>
            <ac:spMk id="38" creationId="{84ECDE7A-6944-466D-8FFE-149A29BA6BAE}"/>
          </ac:spMkLst>
        </pc:spChg>
        <pc:spChg chg="add del">
          <ac:chgData name="Deepan Mehta" userId="c74e1ef3f0d3e855" providerId="LiveId" clId="{FD92F825-DED7-48EA-B3F7-33C2342FEAA9}" dt="2026-04-06T09:25:49.361" v="674" actId="26606"/>
          <ac:spMkLst>
            <pc:docMk/>
            <pc:sldMk cId="0" sldId="267"/>
            <ac:spMk id="39" creationId="{B3420082-9415-44EC-802E-C77D71D59C57}"/>
          </ac:spMkLst>
        </pc:spChg>
        <pc:spChg chg="add del">
          <ac:chgData name="Deepan Mehta" userId="c74e1ef3f0d3e855" providerId="LiveId" clId="{FD92F825-DED7-48EA-B3F7-33C2342FEAA9}" dt="2026-04-06T09:25:49.361" v="674" actId="26606"/>
          <ac:spMkLst>
            <pc:docMk/>
            <pc:sldMk cId="0" sldId="267"/>
            <ac:spMk id="40" creationId="{55A52C45-1FCB-4636-A80F-2849B8226C01}"/>
          </ac:spMkLst>
        </pc:spChg>
        <pc:spChg chg="add del">
          <ac:chgData name="Deepan Mehta" userId="c74e1ef3f0d3e855" providerId="LiveId" clId="{FD92F825-DED7-48EA-B3F7-33C2342FEAA9}" dt="2026-04-06T09:25:49.361" v="674" actId="26606"/>
          <ac:spMkLst>
            <pc:docMk/>
            <pc:sldMk cId="0" sldId="267"/>
            <ac:spMk id="41" creationId="{768EB4DD-3704-43AD-92B3-C4E0C6EA92CB}"/>
          </ac:spMkLst>
        </pc:spChg>
        <pc:spChg chg="add del">
          <ac:chgData name="Deepan Mehta" userId="c74e1ef3f0d3e855" providerId="LiveId" clId="{FD92F825-DED7-48EA-B3F7-33C2342FEAA9}" dt="2026-04-06T09:27:17.911" v="697" actId="26606"/>
          <ac:spMkLst>
            <pc:docMk/>
            <pc:sldMk cId="0" sldId="267"/>
            <ac:spMk id="42" creationId="{D1A4588A-55D5-49B8-BE41-54ACDCFF2C17}"/>
          </ac:spMkLst>
        </pc:spChg>
        <pc:spChg chg="add del">
          <ac:chgData name="Deepan Mehta" userId="c74e1ef3f0d3e855" providerId="LiveId" clId="{FD92F825-DED7-48EA-B3F7-33C2342FEAA9}" dt="2026-04-06T09:27:17.911" v="697" actId="26606"/>
          <ac:spMkLst>
            <pc:docMk/>
            <pc:sldMk cId="0" sldId="267"/>
            <ac:spMk id="43" creationId="{F97E7EA2-EDCD-47E9-81BC-415C606D1B58}"/>
          </ac:spMkLst>
        </pc:spChg>
        <pc:spChg chg="add del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48" creationId="{B1595A09-E336-4D1B-9B3A-06A2287A54E2}"/>
          </ac:spMkLst>
        </pc:spChg>
        <pc:spChg chg="add del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50" creationId="{3540989C-C7B8-473B-BF87-6F2DA6A90006}"/>
          </ac:spMkLst>
        </pc:spChg>
        <pc:spChg chg="add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55" creationId="{7FEAE179-C525-48F3-AD47-0E9E2B6F2E2E}"/>
          </ac:spMkLst>
        </pc:spChg>
        <pc:spChg chg="add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57" creationId="{95C8260E-968F-44E8-A823-ABB431311926}"/>
          </ac:spMkLst>
        </pc:spChg>
        <pc:spChg chg="add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59" creationId="{2C1BBA94-3F40-40AA-8BB9-E69E25E537C1}"/>
          </ac:spMkLst>
        </pc:spChg>
        <pc:spChg chg="add">
          <ac:chgData name="Deepan Mehta" userId="c74e1ef3f0d3e855" providerId="LiveId" clId="{FD92F825-DED7-48EA-B3F7-33C2342FEAA9}" dt="2026-04-06T09:28:47.260" v="719" actId="26606"/>
          <ac:spMkLst>
            <pc:docMk/>
            <pc:sldMk cId="0" sldId="267"/>
            <ac:spMk id="61" creationId="{FE43805F-24A6-46A4-B19B-54F28347355C}"/>
          </ac:spMkLst>
        </pc:spChg>
        <pc:grpChg chg="add del">
          <ac:chgData name="Deepan Mehta" userId="c74e1ef3f0d3e855" providerId="LiveId" clId="{FD92F825-DED7-48EA-B3F7-33C2342FEAA9}" dt="2026-04-06T09:26:43.896" v="683" actId="26606"/>
          <ac:grpSpMkLst>
            <pc:docMk/>
            <pc:sldMk cId="0" sldId="267"/>
            <ac:grpSpMk id="23" creationId="{93DB8501-F9F2-4ACD-B56A-9019CD5006D6}"/>
          </ac:grpSpMkLst>
        </pc:grpChg>
        <pc:grpChg chg="add del">
          <ac:chgData name="Deepan Mehta" userId="c74e1ef3f0d3e855" providerId="LiveId" clId="{FD92F825-DED7-48EA-B3F7-33C2342FEAA9}" dt="2026-04-06T09:25:43.664" v="672" actId="26606"/>
          <ac:grpSpMkLst>
            <pc:docMk/>
            <pc:sldMk cId="0" sldId="267"/>
            <ac:grpSpMk id="31" creationId="{D2A542E6-1924-4FE2-89D1-3CB19468C1F6}"/>
          </ac:grpSpMkLst>
        </pc:grpChg>
        <pc:grpChg chg="add del">
          <ac:chgData name="Deepan Mehta" userId="c74e1ef3f0d3e855" providerId="LiveId" clId="{FD92F825-DED7-48EA-B3F7-33C2342FEAA9}" dt="2026-04-06T09:25:43.664" v="672" actId="26606"/>
          <ac:grpSpMkLst>
            <pc:docMk/>
            <pc:sldMk cId="0" sldId="267"/>
            <ac:grpSpMk id="34" creationId="{21DDE79B-A5E7-4416-9FDF-A11E385102C9}"/>
          </ac:grpSpMkLst>
        </pc:grpChg>
        <pc:picChg chg="mod ord">
          <ac:chgData name="Deepan Mehta" userId="c74e1ef3f0d3e855" providerId="LiveId" clId="{FD92F825-DED7-48EA-B3F7-33C2342FEAA9}" dt="2026-04-06T09:28:47.260" v="719" actId="26606"/>
          <ac:picMkLst>
            <pc:docMk/>
            <pc:sldMk cId="0" sldId="267"/>
            <ac:picMk id="4" creationId="{00000000-0000-0000-0000-000000000000}"/>
          </ac:picMkLst>
        </pc:picChg>
      </pc:sldChg>
      <pc:sldChg chg="addSp delSp modSp mod setBg">
        <pc:chgData name="Deepan Mehta" userId="c74e1ef3f0d3e855" providerId="LiveId" clId="{FD92F825-DED7-48EA-B3F7-33C2342FEAA9}" dt="2026-04-06T09:28:57.921" v="720" actId="26606"/>
        <pc:sldMkLst>
          <pc:docMk/>
          <pc:sldMk cId="0" sldId="268"/>
        </pc:sldMkLst>
        <pc:spChg chg="mod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5" creationId="{28A4274C-4BA4-5689-C2D3-266D4582E300}"/>
          </ac:spMkLst>
        </pc:spChg>
        <pc:spChg chg="add del">
          <ac:chgData name="Deepan Mehta" userId="c74e1ef3f0d3e855" providerId="LiveId" clId="{FD92F825-DED7-48EA-B3F7-33C2342FEAA9}" dt="2026-04-06T09:27:55.100" v="703" actId="26606"/>
          <ac:spMkLst>
            <pc:docMk/>
            <pc:sldMk cId="0" sldId="268"/>
            <ac:spMk id="7" creationId="{D1A4588A-55D5-49B8-BE41-54ACDCFF2C17}"/>
          </ac:spMkLst>
        </pc:spChg>
        <pc:spChg chg="add del">
          <ac:chgData name="Deepan Mehta" userId="c74e1ef3f0d3e855" providerId="LiveId" clId="{FD92F825-DED7-48EA-B3F7-33C2342FEAA9}" dt="2026-04-06T09:27:55.100" v="703" actId="26606"/>
          <ac:spMkLst>
            <pc:docMk/>
            <pc:sldMk cId="0" sldId="268"/>
            <ac:spMk id="8" creationId="{F97E7EA2-EDCD-47E9-81BC-415C606D1B58}"/>
          </ac:spMkLst>
        </pc:spChg>
        <pc:spChg chg="add del">
          <ac:chgData name="Deepan Mehta" userId="c74e1ef3f0d3e855" providerId="LiveId" clId="{FD92F825-DED7-48EA-B3F7-33C2342FEAA9}" dt="2026-04-06T09:27:48.654" v="699" actId="26606"/>
          <ac:spMkLst>
            <pc:docMk/>
            <pc:sldMk cId="0" sldId="268"/>
            <ac:spMk id="10" creationId="{B1595A09-E336-4D1B-9B3A-06A2287A54E2}"/>
          </ac:spMkLst>
        </pc:spChg>
        <pc:spChg chg="add del">
          <ac:chgData name="Deepan Mehta" userId="c74e1ef3f0d3e855" providerId="LiveId" clId="{FD92F825-DED7-48EA-B3F7-33C2342FEAA9}" dt="2026-04-06T09:28:16.374" v="705" actId="26606"/>
          <ac:spMkLst>
            <pc:docMk/>
            <pc:sldMk cId="0" sldId="268"/>
            <ac:spMk id="11" creationId="{7FEAE179-C525-48F3-AD47-0E9E2B6F2E2E}"/>
          </ac:spMkLst>
        </pc:spChg>
        <pc:spChg chg="add del">
          <ac:chgData name="Deepan Mehta" userId="c74e1ef3f0d3e855" providerId="LiveId" clId="{FD92F825-DED7-48EA-B3F7-33C2342FEAA9}" dt="2026-04-06T09:27:48.654" v="699" actId="26606"/>
          <ac:spMkLst>
            <pc:docMk/>
            <pc:sldMk cId="0" sldId="268"/>
            <ac:spMk id="12" creationId="{3540989C-C7B8-473B-BF87-6F2DA6A90006}"/>
          </ac:spMkLst>
        </pc:spChg>
        <pc:spChg chg="add del">
          <ac:chgData name="Deepan Mehta" userId="c74e1ef3f0d3e855" providerId="LiveId" clId="{FD92F825-DED7-48EA-B3F7-33C2342FEAA9}" dt="2026-04-06T09:28:16.374" v="705" actId="26606"/>
          <ac:spMkLst>
            <pc:docMk/>
            <pc:sldMk cId="0" sldId="268"/>
            <ac:spMk id="13" creationId="{95C8260E-968F-44E8-A823-ABB431311926}"/>
          </ac:spMkLst>
        </pc:spChg>
        <pc:spChg chg="add del">
          <ac:chgData name="Deepan Mehta" userId="c74e1ef3f0d3e855" providerId="LiveId" clId="{FD92F825-DED7-48EA-B3F7-33C2342FEAA9}" dt="2026-04-06T09:28:16.374" v="705" actId="26606"/>
          <ac:spMkLst>
            <pc:docMk/>
            <pc:sldMk cId="0" sldId="268"/>
            <ac:spMk id="14" creationId="{2C1BBA94-3F40-40AA-8BB9-E69E25E537C1}"/>
          </ac:spMkLst>
        </pc:spChg>
        <pc:spChg chg="add del">
          <ac:chgData name="Deepan Mehta" userId="c74e1ef3f0d3e855" providerId="LiveId" clId="{FD92F825-DED7-48EA-B3F7-33C2342FEAA9}" dt="2026-04-06T09:28:16.374" v="705" actId="26606"/>
          <ac:spMkLst>
            <pc:docMk/>
            <pc:sldMk cId="0" sldId="268"/>
            <ac:spMk id="16" creationId="{FE43805F-24A6-46A4-B19B-54F28347355C}"/>
          </ac:spMkLst>
        </pc:spChg>
        <pc:spChg chg="add del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18" creationId="{B1595A09-E336-4D1B-9B3A-06A2287A54E2}"/>
          </ac:spMkLst>
        </pc:spChg>
        <pc:spChg chg="add del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19" creationId="{3540989C-C7B8-473B-BF87-6F2DA6A90006}"/>
          </ac:spMkLst>
        </pc:spChg>
        <pc:spChg chg="add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24" creationId="{7FEAE179-C525-48F3-AD47-0E9E2B6F2E2E}"/>
          </ac:spMkLst>
        </pc:spChg>
        <pc:spChg chg="add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26" creationId="{95C8260E-968F-44E8-A823-ABB431311926}"/>
          </ac:spMkLst>
        </pc:spChg>
        <pc:spChg chg="add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28" creationId="{2C1BBA94-3F40-40AA-8BB9-E69E25E537C1}"/>
          </ac:spMkLst>
        </pc:spChg>
        <pc:spChg chg="add">
          <ac:chgData name="Deepan Mehta" userId="c74e1ef3f0d3e855" providerId="LiveId" clId="{FD92F825-DED7-48EA-B3F7-33C2342FEAA9}" dt="2026-04-06T09:28:57.921" v="720" actId="26606"/>
          <ac:spMkLst>
            <pc:docMk/>
            <pc:sldMk cId="0" sldId="268"/>
            <ac:spMk id="30" creationId="{FE43805F-24A6-46A4-B19B-54F28347355C}"/>
          </ac:spMkLst>
        </pc:spChg>
        <pc:picChg chg="mod ord">
          <ac:chgData name="Deepan Mehta" userId="c74e1ef3f0d3e855" providerId="LiveId" clId="{FD92F825-DED7-48EA-B3F7-33C2342FEAA9}" dt="2026-04-06T09:28:57.921" v="720" actId="26606"/>
          <ac:picMkLst>
            <pc:docMk/>
            <pc:sldMk cId="0" sldId="268"/>
            <ac:picMk id="4" creationId="{00000000-0000-0000-0000-000000000000}"/>
          </ac:picMkLst>
        </pc:picChg>
      </pc:sldChg>
      <pc:sldChg chg="addSp modSp mod setBg">
        <pc:chgData name="Deepan Mehta" userId="c74e1ef3f0d3e855" providerId="LiveId" clId="{FD92F825-DED7-48EA-B3F7-33C2342FEAA9}" dt="2026-04-06T09:29:45.812" v="735" actId="20577"/>
        <pc:sldMkLst>
          <pc:docMk/>
          <pc:sldMk cId="0" sldId="269"/>
        </pc:sldMkLst>
        <pc:spChg chg="mod">
          <ac:chgData name="Deepan Mehta" userId="c74e1ef3f0d3e855" providerId="LiveId" clId="{FD92F825-DED7-48EA-B3F7-33C2342FEAA9}" dt="2026-04-06T09:29:17.611" v="721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29:45.812" v="735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29:17.611" v="721" actId="26606"/>
          <ac:spMkLst>
            <pc:docMk/>
            <pc:sldMk cId="0" sldId="269"/>
            <ac:spMk id="5" creationId="{44589D96-EF64-E075-D021-2351048E4406}"/>
          </ac:spMkLst>
        </pc:spChg>
        <pc:spChg chg="add">
          <ac:chgData name="Deepan Mehta" userId="c74e1ef3f0d3e855" providerId="LiveId" clId="{FD92F825-DED7-48EA-B3F7-33C2342FEAA9}" dt="2026-04-06T09:29:17.611" v="721" actId="26606"/>
          <ac:spMkLst>
            <pc:docMk/>
            <pc:sldMk cId="0" sldId="269"/>
            <ac:spMk id="10" creationId="{32AEEBC8-9D30-42EF-95F2-386C2653FBF0}"/>
          </ac:spMkLst>
        </pc:spChg>
        <pc:spChg chg="add">
          <ac:chgData name="Deepan Mehta" userId="c74e1ef3f0d3e855" providerId="LiveId" clId="{FD92F825-DED7-48EA-B3F7-33C2342FEAA9}" dt="2026-04-06T09:29:17.611" v="721" actId="26606"/>
          <ac:spMkLst>
            <pc:docMk/>
            <pc:sldMk cId="0" sldId="269"/>
            <ac:spMk id="12" creationId="{2E92FA66-67D7-4CB4-94D3-E643A9AD4757}"/>
          </ac:spMkLst>
        </pc:spChg>
        <pc:picChg chg="mod">
          <ac:chgData name="Deepan Mehta" userId="c74e1ef3f0d3e855" providerId="LiveId" clId="{FD92F825-DED7-48EA-B3F7-33C2342FEAA9}" dt="2026-04-06T09:29:17.611" v="721" actId="26606"/>
          <ac:picMkLst>
            <pc:docMk/>
            <pc:sldMk cId="0" sldId="269"/>
            <ac:picMk id="4" creationId="{00000000-0000-0000-0000-000000000000}"/>
          </ac:picMkLst>
        </pc:picChg>
      </pc:sldChg>
      <pc:sldChg chg="addSp delSp modSp mod setBg">
        <pc:chgData name="Deepan Mehta" userId="c74e1ef3f0d3e855" providerId="LiveId" clId="{FD92F825-DED7-48EA-B3F7-33C2342FEAA9}" dt="2026-04-06T09:32:50.901" v="765" actId="26606"/>
        <pc:sldMkLst>
          <pc:docMk/>
          <pc:sldMk cId="0" sldId="270"/>
        </pc:sldMkLst>
        <pc:spChg chg="mod">
          <ac:chgData name="Deepan Mehta" userId="c74e1ef3f0d3e855" providerId="LiveId" clId="{FD92F825-DED7-48EA-B3F7-33C2342FEAA9}" dt="2026-04-06T09:32:50.901" v="765" actId="26606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6T09:32:50.901" v="765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32:50.901" v="765" actId="26606"/>
          <ac:spMkLst>
            <pc:docMk/>
            <pc:sldMk cId="0" sldId="270"/>
            <ac:spMk id="5" creationId="{F5327F77-EF78-E554-977C-887C0AD322D3}"/>
          </ac:spMkLst>
        </pc:spChg>
        <pc:spChg chg="add del">
          <ac:chgData name="Deepan Mehta" userId="c74e1ef3f0d3e855" providerId="LiveId" clId="{FD92F825-DED7-48EA-B3F7-33C2342FEAA9}" dt="2026-04-06T09:31:57.851" v="752" actId="26606"/>
          <ac:spMkLst>
            <pc:docMk/>
            <pc:sldMk cId="0" sldId="270"/>
            <ac:spMk id="10" creationId="{84ECDE7A-6944-466D-8FFE-149A29BA6BAE}"/>
          </ac:spMkLst>
        </pc:spChg>
        <pc:spChg chg="add del">
          <ac:chgData name="Deepan Mehta" userId="c74e1ef3f0d3e855" providerId="LiveId" clId="{FD92F825-DED7-48EA-B3F7-33C2342FEAA9}" dt="2026-04-06T09:31:57.851" v="752" actId="26606"/>
          <ac:spMkLst>
            <pc:docMk/>
            <pc:sldMk cId="0" sldId="270"/>
            <ac:spMk id="12" creationId="{B3420082-9415-44EC-802E-C77D71D59C57}"/>
          </ac:spMkLst>
        </pc:spChg>
        <pc:spChg chg="add del">
          <ac:chgData name="Deepan Mehta" userId="c74e1ef3f0d3e855" providerId="LiveId" clId="{FD92F825-DED7-48EA-B3F7-33C2342FEAA9}" dt="2026-04-06T09:31:57.851" v="752" actId="26606"/>
          <ac:spMkLst>
            <pc:docMk/>
            <pc:sldMk cId="0" sldId="270"/>
            <ac:spMk id="14" creationId="{55A52C45-1FCB-4636-A80F-2849B8226C01}"/>
          </ac:spMkLst>
        </pc:spChg>
        <pc:spChg chg="add del">
          <ac:chgData name="Deepan Mehta" userId="c74e1ef3f0d3e855" providerId="LiveId" clId="{FD92F825-DED7-48EA-B3F7-33C2342FEAA9}" dt="2026-04-06T09:31:57.851" v="752" actId="26606"/>
          <ac:spMkLst>
            <pc:docMk/>
            <pc:sldMk cId="0" sldId="270"/>
            <ac:spMk id="16" creationId="{768EB4DD-3704-43AD-92B3-C4E0C6EA92CB}"/>
          </ac:spMkLst>
        </pc:spChg>
        <pc:spChg chg="add del">
          <ac:chgData name="Deepan Mehta" userId="c74e1ef3f0d3e855" providerId="LiveId" clId="{FD92F825-DED7-48EA-B3F7-33C2342FEAA9}" dt="2026-04-06T09:32:05.481" v="756" actId="26606"/>
          <ac:spMkLst>
            <pc:docMk/>
            <pc:sldMk cId="0" sldId="270"/>
            <ac:spMk id="21" creationId="{649C91A9-84E7-4BF0-9026-62F01380D853}"/>
          </ac:spMkLst>
        </pc:spChg>
        <pc:spChg chg="add del">
          <ac:chgData name="Deepan Mehta" userId="c74e1ef3f0d3e855" providerId="LiveId" clId="{FD92F825-DED7-48EA-B3F7-33C2342FEAA9}" dt="2026-04-06T09:32:05.481" v="756" actId="26606"/>
          <ac:spMkLst>
            <pc:docMk/>
            <pc:sldMk cId="0" sldId="270"/>
            <ac:spMk id="22" creationId="{9B47378D-AD27-45D0-8C1C-5B1098DCC068}"/>
          </ac:spMkLst>
        </pc:spChg>
        <pc:spChg chg="add del">
          <ac:chgData name="Deepan Mehta" userId="c74e1ef3f0d3e855" providerId="LiveId" clId="{FD92F825-DED7-48EA-B3F7-33C2342FEAA9}" dt="2026-04-06T09:32:43.112" v="762" actId="26606"/>
          <ac:spMkLst>
            <pc:docMk/>
            <pc:sldMk cId="0" sldId="270"/>
            <ac:spMk id="29" creationId="{0288C6B4-AFC3-407F-A595-EFFD38D4CCAF}"/>
          </ac:spMkLst>
        </pc:spChg>
        <pc:spChg chg="add del">
          <ac:chgData name="Deepan Mehta" userId="c74e1ef3f0d3e855" providerId="LiveId" clId="{FD92F825-DED7-48EA-B3F7-33C2342FEAA9}" dt="2026-04-06T09:32:43.112" v="762" actId="26606"/>
          <ac:spMkLst>
            <pc:docMk/>
            <pc:sldMk cId="0" sldId="270"/>
            <ac:spMk id="30" creationId="{CF236821-17FE-429B-8D2C-08E13A64EA40}"/>
          </ac:spMkLst>
        </pc:spChg>
        <pc:spChg chg="add del">
          <ac:chgData name="Deepan Mehta" userId="c74e1ef3f0d3e855" providerId="LiveId" clId="{FD92F825-DED7-48EA-B3F7-33C2342FEAA9}" dt="2026-04-06T09:32:43.112" v="762" actId="26606"/>
          <ac:spMkLst>
            <pc:docMk/>
            <pc:sldMk cId="0" sldId="270"/>
            <ac:spMk id="31" creationId="{C0BDBCD2-E081-43AB-9119-C55465E59757}"/>
          </ac:spMkLst>
        </pc:spChg>
        <pc:spChg chg="add del">
          <ac:chgData name="Deepan Mehta" userId="c74e1ef3f0d3e855" providerId="LiveId" clId="{FD92F825-DED7-48EA-B3F7-33C2342FEAA9}" dt="2026-04-06T09:32:43.112" v="762" actId="26606"/>
          <ac:spMkLst>
            <pc:docMk/>
            <pc:sldMk cId="0" sldId="270"/>
            <ac:spMk id="32" creationId="{98E79BE4-34FE-485A-98A5-92CE8F7C4743}"/>
          </ac:spMkLst>
        </pc:spChg>
        <pc:spChg chg="add del">
          <ac:chgData name="Deepan Mehta" userId="c74e1ef3f0d3e855" providerId="LiveId" clId="{FD92F825-DED7-48EA-B3F7-33C2342FEAA9}" dt="2026-04-06T09:32:43.112" v="762" actId="26606"/>
          <ac:spMkLst>
            <pc:docMk/>
            <pc:sldMk cId="0" sldId="270"/>
            <ac:spMk id="33" creationId="{7A5F0580-5EE9-419F-96EE-B6529EF6E7D0}"/>
          </ac:spMkLst>
        </pc:spChg>
        <pc:spChg chg="add del">
          <ac:chgData name="Deepan Mehta" userId="c74e1ef3f0d3e855" providerId="LiveId" clId="{FD92F825-DED7-48EA-B3F7-33C2342FEAA9}" dt="2026-04-06T09:32:46.451" v="764" actId="26606"/>
          <ac:spMkLst>
            <pc:docMk/>
            <pc:sldMk cId="0" sldId="270"/>
            <ac:spMk id="35" creationId="{FFB60E8C-7224-44A4-87A0-46A1711DD2ED}"/>
          </ac:spMkLst>
        </pc:spChg>
        <pc:spChg chg="add del">
          <ac:chgData name="Deepan Mehta" userId="c74e1ef3f0d3e855" providerId="LiveId" clId="{FD92F825-DED7-48EA-B3F7-33C2342FEAA9}" dt="2026-04-06T09:32:46.451" v="764" actId="26606"/>
          <ac:spMkLst>
            <pc:docMk/>
            <pc:sldMk cId="0" sldId="270"/>
            <ac:spMk id="36" creationId="{5DA32751-37A2-45C0-BE94-63D375E27003}"/>
          </ac:spMkLst>
        </pc:spChg>
        <pc:spChg chg="add del">
          <ac:chgData name="Deepan Mehta" userId="c74e1ef3f0d3e855" providerId="LiveId" clId="{FD92F825-DED7-48EA-B3F7-33C2342FEAA9}" dt="2026-04-06T09:32:46.451" v="764" actId="26606"/>
          <ac:spMkLst>
            <pc:docMk/>
            <pc:sldMk cId="0" sldId="270"/>
            <ac:spMk id="37" creationId="{E659831F-0D9A-4C63-9EBB-8435B85A440F}"/>
          </ac:spMkLst>
        </pc:spChg>
        <pc:spChg chg="add del">
          <ac:chgData name="Deepan Mehta" userId="c74e1ef3f0d3e855" providerId="LiveId" clId="{FD92F825-DED7-48EA-B3F7-33C2342FEAA9}" dt="2026-04-06T09:32:46.451" v="764" actId="26606"/>
          <ac:spMkLst>
            <pc:docMk/>
            <pc:sldMk cId="0" sldId="270"/>
            <ac:spMk id="38" creationId="{5A55FBCD-CD42-40F5-8A1B-3203F9CAEEAA}"/>
          </ac:spMkLst>
        </pc:spChg>
        <pc:grpChg chg="add del">
          <ac:chgData name="Deepan Mehta" userId="c74e1ef3f0d3e855" providerId="LiveId" clId="{FD92F825-DED7-48EA-B3F7-33C2342FEAA9}" dt="2026-04-06T09:32:01.098" v="754" actId="26606"/>
          <ac:grpSpMkLst>
            <pc:docMk/>
            <pc:sldMk cId="0" sldId="270"/>
            <ac:grpSpMk id="18" creationId="{1FD67D68-9B83-C338-8342-3348D8F22347}"/>
          </ac:grpSpMkLst>
        </pc:grpChg>
        <pc:grpChg chg="add del">
          <ac:chgData name="Deepan Mehta" userId="c74e1ef3f0d3e855" providerId="LiveId" clId="{FD92F825-DED7-48EA-B3F7-33C2342FEAA9}" dt="2026-04-06T09:32:12.055" v="758" actId="26606"/>
          <ac:grpSpMkLst>
            <pc:docMk/>
            <pc:sldMk cId="0" sldId="270"/>
            <ac:grpSpMk id="24" creationId="{6258F736-B256-8039-9DC6-F4E49A5C5AD5}"/>
          </ac:grpSpMkLst>
        </pc:grpChg>
        <pc:picChg chg="mod">
          <ac:chgData name="Deepan Mehta" userId="c74e1ef3f0d3e855" providerId="LiveId" clId="{FD92F825-DED7-48EA-B3F7-33C2342FEAA9}" dt="2026-04-06T09:32:50.901" v="765" actId="26606"/>
          <ac:picMkLst>
            <pc:docMk/>
            <pc:sldMk cId="0" sldId="270"/>
            <ac:picMk id="4" creationId="{00000000-0000-0000-0000-000000000000}"/>
          </ac:picMkLst>
        </pc:picChg>
        <pc:cxnChg chg="add">
          <ac:chgData name="Deepan Mehta" userId="c74e1ef3f0d3e855" providerId="LiveId" clId="{FD92F825-DED7-48EA-B3F7-33C2342FEAA9}" dt="2026-04-06T09:32:50.901" v="765" actId="26606"/>
          <ac:cxnSpMkLst>
            <pc:docMk/>
            <pc:sldMk cId="0" sldId="270"/>
            <ac:cxnSpMk id="7" creationId="{37C77032-C865-6057-7D7A-E2743CFA20F9}"/>
          </ac:cxnSpMkLst>
        </pc:cxnChg>
        <pc:cxnChg chg="add del">
          <ac:chgData name="Deepan Mehta" userId="c74e1ef3f0d3e855" providerId="LiveId" clId="{FD92F825-DED7-48EA-B3F7-33C2342FEAA9}" dt="2026-04-06T09:32:22.181" v="760" actId="26606"/>
          <ac:cxnSpMkLst>
            <pc:docMk/>
            <pc:sldMk cId="0" sldId="270"/>
            <ac:cxnSpMk id="27" creationId="{FC23E3B9-5ABF-58B3-E2B0-E9A5DAA90037}"/>
          </ac:cxnSpMkLst>
        </pc:cxnChg>
      </pc:sldChg>
      <pc:sldChg chg="addSp delSp modSp mod setBg">
        <pc:chgData name="Deepan Mehta" userId="c74e1ef3f0d3e855" providerId="LiveId" clId="{FD92F825-DED7-48EA-B3F7-33C2342FEAA9}" dt="2026-04-06T09:34:59.056" v="776" actId="26606"/>
        <pc:sldMkLst>
          <pc:docMk/>
          <pc:sldMk cId="0" sldId="271"/>
        </pc:sldMkLst>
        <pc:spChg chg="mod">
          <ac:chgData name="Deepan Mehta" userId="c74e1ef3f0d3e855" providerId="LiveId" clId="{FD92F825-DED7-48EA-B3F7-33C2342FEAA9}" dt="2026-04-06T09:34:59.040" v="775" actId="26606"/>
          <ac:spMkLst>
            <pc:docMk/>
            <pc:sldMk cId="0" sldId="271"/>
            <ac:spMk id="2" creationId="{00000000-0000-0000-0000-000000000000}"/>
          </ac:spMkLst>
        </pc:spChg>
        <pc:spChg chg="add del mod">
          <ac:chgData name="Deepan Mehta" userId="c74e1ef3f0d3e855" providerId="LiveId" clId="{FD92F825-DED7-48EA-B3F7-33C2342FEAA9}" dt="2026-04-06T09:34:59.056" v="776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34:59.040" v="775" actId="26606"/>
          <ac:spMkLst>
            <pc:docMk/>
            <pc:sldMk cId="0" sldId="271"/>
            <ac:spMk id="4" creationId="{32A4CAAB-7946-6083-CCD1-B48D7D4776A0}"/>
          </ac:spMkLst>
        </pc:spChg>
        <pc:spChg chg="add del">
          <ac:chgData name="Deepan Mehta" userId="c74e1ef3f0d3e855" providerId="LiveId" clId="{FD92F825-DED7-48EA-B3F7-33C2342FEAA9}" dt="2026-04-06T09:34:17.230" v="767" actId="26606"/>
          <ac:spMkLst>
            <pc:docMk/>
            <pc:sldMk cId="0" sldId="271"/>
            <ac:spMk id="10" creationId="{9DBC8166-481C-4473-95F5-9A5B9073B7F1}"/>
          </ac:spMkLst>
        </pc:spChg>
        <pc:spChg chg="add del">
          <ac:chgData name="Deepan Mehta" userId="c74e1ef3f0d3e855" providerId="LiveId" clId="{FD92F825-DED7-48EA-B3F7-33C2342FEAA9}" dt="2026-04-06T09:34:17.230" v="767" actId="26606"/>
          <ac:spMkLst>
            <pc:docMk/>
            <pc:sldMk cId="0" sldId="271"/>
            <ac:spMk id="12" creationId="{A5A5CE6E-90AF-4D43-A014-1F9EC83EB93D}"/>
          </ac:spMkLst>
        </pc:spChg>
        <pc:spChg chg="add del">
          <ac:chgData name="Deepan Mehta" userId="c74e1ef3f0d3e855" providerId="LiveId" clId="{FD92F825-DED7-48EA-B3F7-33C2342FEAA9}" dt="2026-04-06T09:34:29.195" v="769" actId="26606"/>
          <ac:spMkLst>
            <pc:docMk/>
            <pc:sldMk cId="0" sldId="271"/>
            <ac:spMk id="14" creationId="{35DB3719-6FDC-4E5D-891D-FF40B7300F64}"/>
          </ac:spMkLst>
        </pc:spChg>
        <pc:spChg chg="add del">
          <ac:chgData name="Deepan Mehta" userId="c74e1ef3f0d3e855" providerId="LiveId" clId="{FD92F825-DED7-48EA-B3F7-33C2342FEAA9}" dt="2026-04-06T09:34:29.195" v="769" actId="26606"/>
          <ac:spMkLst>
            <pc:docMk/>
            <pc:sldMk cId="0" sldId="271"/>
            <ac:spMk id="15" creationId="{E0CBAC23-2E3F-4A90-BA59-F8299F6A5439}"/>
          </ac:spMkLst>
        </pc:spChg>
        <pc:spChg chg="add del">
          <ac:chgData name="Deepan Mehta" userId="c74e1ef3f0d3e855" providerId="LiveId" clId="{FD92F825-DED7-48EA-B3F7-33C2342FEAA9}" dt="2026-04-06T09:34:37.573" v="773" actId="26606"/>
          <ac:spMkLst>
            <pc:docMk/>
            <pc:sldMk cId="0" sldId="271"/>
            <ac:spMk id="20" creationId="{443F2ACA-E6D6-4028-82DD-F03C262D5DE6}"/>
          </ac:spMkLst>
        </pc:spChg>
        <pc:spChg chg="add del">
          <ac:chgData name="Deepan Mehta" userId="c74e1ef3f0d3e855" providerId="LiveId" clId="{FD92F825-DED7-48EA-B3F7-33C2342FEAA9}" dt="2026-04-06T09:34:37.573" v="773" actId="26606"/>
          <ac:spMkLst>
            <pc:docMk/>
            <pc:sldMk cId="0" sldId="271"/>
            <ac:spMk id="21" creationId="{BACC6370-2D7E-4714-9D71-7542949D7D5D}"/>
          </ac:spMkLst>
        </pc:spChg>
        <pc:spChg chg="add del">
          <ac:chgData name="Deepan Mehta" userId="c74e1ef3f0d3e855" providerId="LiveId" clId="{FD92F825-DED7-48EA-B3F7-33C2342FEAA9}" dt="2026-04-06T09:34:37.573" v="773" actId="26606"/>
          <ac:spMkLst>
            <pc:docMk/>
            <pc:sldMk cId="0" sldId="271"/>
            <ac:spMk id="22" creationId="{256B2C21-A230-48C0-8DF1-C46611373C44}"/>
          </ac:spMkLst>
        </pc:spChg>
        <pc:spChg chg="add del">
          <ac:chgData name="Deepan Mehta" userId="c74e1ef3f0d3e855" providerId="LiveId" clId="{FD92F825-DED7-48EA-B3F7-33C2342FEAA9}" dt="2026-04-06T09:34:37.573" v="773" actId="26606"/>
          <ac:spMkLst>
            <pc:docMk/>
            <pc:sldMk cId="0" sldId="271"/>
            <ac:spMk id="23" creationId="{3847E18C-932D-4C95-AABA-FEC7C9499AD7}"/>
          </ac:spMkLst>
        </pc:spChg>
        <pc:spChg chg="add del">
          <ac:chgData name="Deepan Mehta" userId="c74e1ef3f0d3e855" providerId="LiveId" clId="{FD92F825-DED7-48EA-B3F7-33C2342FEAA9}" dt="2026-04-06T09:34:37.573" v="773" actId="26606"/>
          <ac:spMkLst>
            <pc:docMk/>
            <pc:sldMk cId="0" sldId="271"/>
            <ac:spMk id="24" creationId="{3150CB11-0C61-439E-910F-5787759E72A0}"/>
          </ac:spMkLst>
        </pc:spChg>
        <pc:spChg chg="add del">
          <ac:chgData name="Deepan Mehta" userId="c74e1ef3f0d3e855" providerId="LiveId" clId="{FD92F825-DED7-48EA-B3F7-33C2342FEAA9}" dt="2026-04-06T09:34:37.573" v="773" actId="26606"/>
          <ac:spMkLst>
            <pc:docMk/>
            <pc:sldMk cId="0" sldId="271"/>
            <ac:spMk id="25" creationId="{43F8A58B-5155-44CE-A5FF-7647B47D0A7A}"/>
          </ac:spMkLst>
        </pc:spChg>
        <pc:spChg chg="add del">
          <ac:chgData name="Deepan Mehta" userId="c74e1ef3f0d3e855" providerId="LiveId" clId="{FD92F825-DED7-48EA-B3F7-33C2342FEAA9}" dt="2026-04-06T09:34:59.040" v="775" actId="26606"/>
          <ac:spMkLst>
            <pc:docMk/>
            <pc:sldMk cId="0" sldId="271"/>
            <ac:spMk id="28" creationId="{35DB3719-6FDC-4E5D-891D-FF40B7300F64}"/>
          </ac:spMkLst>
        </pc:spChg>
        <pc:spChg chg="add del">
          <ac:chgData name="Deepan Mehta" userId="c74e1ef3f0d3e855" providerId="LiveId" clId="{FD92F825-DED7-48EA-B3F7-33C2342FEAA9}" dt="2026-04-06T09:34:59.040" v="775" actId="26606"/>
          <ac:spMkLst>
            <pc:docMk/>
            <pc:sldMk cId="0" sldId="271"/>
            <ac:spMk id="29" creationId="{E0CBAC23-2E3F-4A90-BA59-F8299F6A5439}"/>
          </ac:spMkLst>
        </pc:spChg>
        <pc:graphicFrameChg chg="add del">
          <ac:chgData name="Deepan Mehta" userId="c74e1ef3f0d3e855" providerId="LiveId" clId="{FD92F825-DED7-48EA-B3F7-33C2342FEAA9}" dt="2026-04-06T09:34:17.230" v="767" actId="26606"/>
          <ac:graphicFrameMkLst>
            <pc:docMk/>
            <pc:sldMk cId="0" sldId="271"/>
            <ac:graphicFrameMk id="6" creationId="{01174A59-1B19-771D-A83C-84F8489EE3F9}"/>
          </ac:graphicFrameMkLst>
        </pc:graphicFrameChg>
        <pc:graphicFrameChg chg="add del">
          <ac:chgData name="Deepan Mehta" userId="c74e1ef3f0d3e855" providerId="LiveId" clId="{FD92F825-DED7-48EA-B3F7-33C2342FEAA9}" dt="2026-04-06T09:34:29.195" v="769" actId="26606"/>
          <ac:graphicFrameMkLst>
            <pc:docMk/>
            <pc:sldMk cId="0" sldId="271"/>
            <ac:graphicFrameMk id="16" creationId="{DBD1E13A-485B-AC80-74EF-FBEEB7B94C2E}"/>
          </ac:graphicFrameMkLst>
        </pc:graphicFrameChg>
        <pc:graphicFrameChg chg="add del">
          <ac:chgData name="Deepan Mehta" userId="c74e1ef3f0d3e855" providerId="LiveId" clId="{FD92F825-DED7-48EA-B3F7-33C2342FEAA9}" dt="2026-04-06T09:34:32.554" v="771" actId="26606"/>
          <ac:graphicFrameMkLst>
            <pc:docMk/>
            <pc:sldMk cId="0" sldId="271"/>
            <ac:graphicFrameMk id="18" creationId="{031AC58D-A4CF-A56A-C9E7-F4338E2BBB9B}"/>
          </ac:graphicFrameMkLst>
        </pc:graphicFrameChg>
        <pc:graphicFrameChg chg="add del">
          <ac:chgData name="Deepan Mehta" userId="c74e1ef3f0d3e855" providerId="LiveId" clId="{FD92F825-DED7-48EA-B3F7-33C2342FEAA9}" dt="2026-04-06T09:34:37.573" v="773" actId="26606"/>
          <ac:graphicFrameMkLst>
            <pc:docMk/>
            <pc:sldMk cId="0" sldId="271"/>
            <ac:graphicFrameMk id="26" creationId="{159FA233-77E9-91CF-C9CF-9885D74E8BF3}"/>
          </ac:graphicFrameMkLst>
        </pc:graphicFrameChg>
        <pc:graphicFrameChg chg="add del">
          <ac:chgData name="Deepan Mehta" userId="c74e1ef3f0d3e855" providerId="LiveId" clId="{FD92F825-DED7-48EA-B3F7-33C2342FEAA9}" dt="2026-04-06T09:34:59.040" v="775" actId="26606"/>
          <ac:graphicFrameMkLst>
            <pc:docMk/>
            <pc:sldMk cId="0" sldId="271"/>
            <ac:graphicFrameMk id="30" creationId="{DBD1E13A-485B-AC80-74EF-FBEEB7B94C2E}"/>
          </ac:graphicFrameMkLst>
        </pc:graphicFrameChg>
        <pc:graphicFrameChg chg="add">
          <ac:chgData name="Deepan Mehta" userId="c74e1ef3f0d3e855" providerId="LiveId" clId="{FD92F825-DED7-48EA-B3F7-33C2342FEAA9}" dt="2026-04-06T09:34:59.056" v="776" actId="26606"/>
          <ac:graphicFrameMkLst>
            <pc:docMk/>
            <pc:sldMk cId="0" sldId="271"/>
            <ac:graphicFrameMk id="32" creationId="{0EABCF65-8C94-BB9C-1A94-1BEE910E8EA9}"/>
          </ac:graphicFrameMkLst>
        </pc:graphicFrameChg>
        <pc:picChg chg="add del">
          <ac:chgData name="Deepan Mehta" userId="c74e1ef3f0d3e855" providerId="LiveId" clId="{FD92F825-DED7-48EA-B3F7-33C2342FEAA9}" dt="2026-04-06T09:34:32.554" v="771" actId="26606"/>
          <ac:picMkLst>
            <pc:docMk/>
            <pc:sldMk cId="0" sldId="271"/>
            <ac:picMk id="7" creationId="{3C4476CD-37B7-6239-546D-CF4DBD6781C2}"/>
          </ac:picMkLst>
        </pc:picChg>
      </pc:sldChg>
      <pc:sldChg chg="addSp delSp modSp mod setBg">
        <pc:chgData name="Deepan Mehta" userId="c74e1ef3f0d3e855" providerId="LiveId" clId="{FD92F825-DED7-48EA-B3F7-33C2342FEAA9}" dt="2026-04-06T09:35:46.822" v="777" actId="26606"/>
        <pc:sldMkLst>
          <pc:docMk/>
          <pc:sldMk cId="0" sldId="272"/>
        </pc:sldMkLst>
        <pc:spChg chg="mod">
          <ac:chgData name="Deepan Mehta" userId="c74e1ef3f0d3e855" providerId="LiveId" clId="{FD92F825-DED7-48EA-B3F7-33C2342FEAA9}" dt="2026-04-06T09:35:46.822" v="777" actId="26606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Deepan Mehta" userId="c74e1ef3f0d3e855" providerId="LiveId" clId="{FD92F825-DED7-48EA-B3F7-33C2342FEAA9}" dt="2026-04-06T09:35:46.822" v="777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35:46.822" v="777" actId="26606"/>
          <ac:spMkLst>
            <pc:docMk/>
            <pc:sldMk cId="0" sldId="272"/>
            <ac:spMk id="4" creationId="{B86D02CD-C543-94E7-378B-0B0E20D8625C}"/>
          </ac:spMkLst>
        </pc:spChg>
        <pc:spChg chg="add">
          <ac:chgData name="Deepan Mehta" userId="c74e1ef3f0d3e855" providerId="LiveId" clId="{FD92F825-DED7-48EA-B3F7-33C2342FEAA9}" dt="2026-04-06T09:35:46.822" v="777" actId="26606"/>
          <ac:spMkLst>
            <pc:docMk/>
            <pc:sldMk cId="0" sldId="272"/>
            <ac:spMk id="10" creationId="{35DB3719-6FDC-4E5D-891D-FF40B7300F64}"/>
          </ac:spMkLst>
        </pc:spChg>
        <pc:spChg chg="add">
          <ac:chgData name="Deepan Mehta" userId="c74e1ef3f0d3e855" providerId="LiveId" clId="{FD92F825-DED7-48EA-B3F7-33C2342FEAA9}" dt="2026-04-06T09:35:46.822" v="777" actId="26606"/>
          <ac:spMkLst>
            <pc:docMk/>
            <pc:sldMk cId="0" sldId="272"/>
            <ac:spMk id="12" creationId="{E0CBAC23-2E3F-4A90-BA59-F8299F6A5439}"/>
          </ac:spMkLst>
        </pc:spChg>
        <pc:graphicFrameChg chg="add">
          <ac:chgData name="Deepan Mehta" userId="c74e1ef3f0d3e855" providerId="LiveId" clId="{FD92F825-DED7-48EA-B3F7-33C2342FEAA9}" dt="2026-04-06T09:35:46.822" v="777" actId="26606"/>
          <ac:graphicFrameMkLst>
            <pc:docMk/>
            <pc:sldMk cId="0" sldId="272"/>
            <ac:graphicFrameMk id="6" creationId="{ACEA4136-0AFC-B2FE-E956-C7606B418A55}"/>
          </ac:graphicFrameMkLst>
        </pc:graphicFrameChg>
      </pc:sldChg>
      <pc:sldChg chg="addSp delSp modSp mod setBg">
        <pc:chgData name="Deepan Mehta" userId="c74e1ef3f0d3e855" providerId="LiveId" clId="{FD92F825-DED7-48EA-B3F7-33C2342FEAA9}" dt="2026-04-06T09:38:22.514" v="802" actId="113"/>
        <pc:sldMkLst>
          <pc:docMk/>
          <pc:sldMk cId="0" sldId="273"/>
        </pc:sldMkLst>
        <pc:spChg chg="mod">
          <ac:chgData name="Deepan Mehta" userId="c74e1ef3f0d3e855" providerId="LiveId" clId="{FD92F825-DED7-48EA-B3F7-33C2342FEAA9}" dt="2026-04-06T09:37:56.460" v="800" actId="26606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Deepan Mehta" userId="c74e1ef3f0d3e855" providerId="LiveId" clId="{FD92F825-DED7-48EA-B3F7-33C2342FEAA9}" dt="2026-04-06T09:38:22.514" v="802" actId="113"/>
          <ac:spMkLst>
            <pc:docMk/>
            <pc:sldMk cId="0" sldId="273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37:56.460" v="800" actId="26606"/>
          <ac:spMkLst>
            <pc:docMk/>
            <pc:sldMk cId="0" sldId="273"/>
            <ac:spMk id="4" creationId="{5E7DDAC5-BA97-BDB7-8A73-AAE3FB0A9E30}"/>
          </ac:spMkLst>
        </pc:spChg>
        <pc:spChg chg="add del">
          <ac:chgData name="Deepan Mehta" userId="c74e1ef3f0d3e855" providerId="LiveId" clId="{FD92F825-DED7-48EA-B3F7-33C2342FEAA9}" dt="2026-04-06T09:36:18.180" v="779" actId="26606"/>
          <ac:spMkLst>
            <pc:docMk/>
            <pc:sldMk cId="0" sldId="273"/>
            <ac:spMk id="9" creationId="{100EDD19-6802-4EC3-95CE-CFFAB042CFD6}"/>
          </ac:spMkLst>
        </pc:spChg>
        <pc:spChg chg="add del">
          <ac:chgData name="Deepan Mehta" userId="c74e1ef3f0d3e855" providerId="LiveId" clId="{FD92F825-DED7-48EA-B3F7-33C2342FEAA9}" dt="2026-04-06T09:37:56.460" v="800" actId="26606"/>
          <ac:spMkLst>
            <pc:docMk/>
            <pc:sldMk cId="0" sldId="273"/>
            <ac:spMk id="10" creationId="{C0763A76-9F1C-4FC5-82B7-DD475DA461B2}"/>
          </ac:spMkLst>
        </pc:spChg>
        <pc:spChg chg="add del">
          <ac:chgData name="Deepan Mehta" userId="c74e1ef3f0d3e855" providerId="LiveId" clId="{FD92F825-DED7-48EA-B3F7-33C2342FEAA9}" dt="2026-04-06T09:36:18.180" v="779" actId="26606"/>
          <ac:spMkLst>
            <pc:docMk/>
            <pc:sldMk cId="0" sldId="273"/>
            <ac:spMk id="11" creationId="{DB17E863-922E-4C26-BD64-E8FD41D28661}"/>
          </ac:spMkLst>
        </pc:spChg>
        <pc:spChg chg="add del">
          <ac:chgData name="Deepan Mehta" userId="c74e1ef3f0d3e855" providerId="LiveId" clId="{FD92F825-DED7-48EA-B3F7-33C2342FEAA9}" dt="2026-04-06T09:37:56.460" v="800" actId="26606"/>
          <ac:spMkLst>
            <pc:docMk/>
            <pc:sldMk cId="0" sldId="273"/>
            <ac:spMk id="12" creationId="{E81BF4F6-F2CF-4984-9D14-D6966D92F99F}"/>
          </ac:spMkLst>
        </pc:spChg>
        <pc:spChg chg="add del">
          <ac:chgData name="Deepan Mehta" userId="c74e1ef3f0d3e855" providerId="LiveId" clId="{FD92F825-DED7-48EA-B3F7-33C2342FEAA9}" dt="2026-04-06T09:36:31.455" v="781" actId="26606"/>
          <ac:spMkLst>
            <pc:docMk/>
            <pc:sldMk cId="0" sldId="273"/>
            <ac:spMk id="13" creationId="{777A147A-9ED8-46B4-8660-1B3C2AA880B5}"/>
          </ac:spMkLst>
        </pc:spChg>
        <pc:spChg chg="add del">
          <ac:chgData name="Deepan Mehta" userId="c74e1ef3f0d3e855" providerId="LiveId" clId="{FD92F825-DED7-48EA-B3F7-33C2342FEAA9}" dt="2026-04-06T09:36:31.455" v="781" actId="26606"/>
          <ac:spMkLst>
            <pc:docMk/>
            <pc:sldMk cId="0" sldId="273"/>
            <ac:spMk id="14" creationId="{5D6C15A0-C087-4593-8414-2B4EC1CDC3DE}"/>
          </ac:spMkLst>
        </pc:spChg>
        <pc:spChg chg="add del">
          <ac:chgData name="Deepan Mehta" userId="c74e1ef3f0d3e855" providerId="LiveId" clId="{FD92F825-DED7-48EA-B3F7-33C2342FEAA9}" dt="2026-04-06T09:36:35.160" v="783" actId="26606"/>
          <ac:spMkLst>
            <pc:docMk/>
            <pc:sldMk cId="0" sldId="273"/>
            <ac:spMk id="15" creationId="{81E140AE-0ABF-47C8-BF32-7D2F0CF2BA44}"/>
          </ac:spMkLst>
        </pc:spChg>
        <pc:spChg chg="add del">
          <ac:chgData name="Deepan Mehta" userId="c74e1ef3f0d3e855" providerId="LiveId" clId="{FD92F825-DED7-48EA-B3F7-33C2342FEAA9}" dt="2026-04-06T09:36:35.160" v="783" actId="26606"/>
          <ac:spMkLst>
            <pc:docMk/>
            <pc:sldMk cId="0" sldId="273"/>
            <ac:spMk id="16" creationId="{8B9AA7C6-5E5A-498E-A6DF-A943376E09BC}"/>
          </ac:spMkLst>
        </pc:spChg>
        <pc:spChg chg="add del">
          <ac:chgData name="Deepan Mehta" userId="c74e1ef3f0d3e855" providerId="LiveId" clId="{FD92F825-DED7-48EA-B3F7-33C2342FEAA9}" dt="2026-04-06T09:36:35.160" v="783" actId="26606"/>
          <ac:spMkLst>
            <pc:docMk/>
            <pc:sldMk cId="0" sldId="273"/>
            <ac:spMk id="17" creationId="{CBC4F608-B4B8-48C3-9572-C0F061B1CD99}"/>
          </ac:spMkLst>
        </pc:spChg>
        <pc:spChg chg="add del">
          <ac:chgData name="Deepan Mehta" userId="c74e1ef3f0d3e855" providerId="LiveId" clId="{FD92F825-DED7-48EA-B3F7-33C2342FEAA9}" dt="2026-04-06T09:37:38.765" v="793" actId="26606"/>
          <ac:spMkLst>
            <pc:docMk/>
            <pc:sldMk cId="0" sldId="273"/>
            <ac:spMk id="20" creationId="{04812C46-200A-4DEB-A05E-3ED6C68C2387}"/>
          </ac:spMkLst>
        </pc:spChg>
        <pc:spChg chg="add del">
          <ac:chgData name="Deepan Mehta" userId="c74e1ef3f0d3e855" providerId="LiveId" clId="{FD92F825-DED7-48EA-B3F7-33C2342FEAA9}" dt="2026-04-06T09:36:38.030" v="785" actId="26606"/>
          <ac:spMkLst>
            <pc:docMk/>
            <pc:sldMk cId="0" sldId="273"/>
            <ac:spMk id="21" creationId="{1C799903-48D5-4A31-A1A2-541072D9771E}"/>
          </ac:spMkLst>
        </pc:spChg>
        <pc:spChg chg="add del">
          <ac:chgData name="Deepan Mehta" userId="c74e1ef3f0d3e855" providerId="LiveId" clId="{FD92F825-DED7-48EA-B3F7-33C2342FEAA9}" dt="2026-04-06T09:36:38.030" v="785" actId="26606"/>
          <ac:spMkLst>
            <pc:docMk/>
            <pc:sldMk cId="0" sldId="273"/>
            <ac:spMk id="22" creationId="{8EFFF109-FC58-4FD3-BE05-9775A1310F55}"/>
          </ac:spMkLst>
        </pc:spChg>
        <pc:spChg chg="add del">
          <ac:chgData name="Deepan Mehta" userId="c74e1ef3f0d3e855" providerId="LiveId" clId="{FD92F825-DED7-48EA-B3F7-33C2342FEAA9}" dt="2026-04-06T09:36:38.030" v="785" actId="26606"/>
          <ac:spMkLst>
            <pc:docMk/>
            <pc:sldMk cId="0" sldId="273"/>
            <ac:spMk id="23" creationId="{E1B96AD6-92A9-4273-A62B-96A1C3E0BA95}"/>
          </ac:spMkLst>
        </pc:spChg>
        <pc:spChg chg="add del">
          <ac:chgData name="Deepan Mehta" userId="c74e1ef3f0d3e855" providerId="LiveId" clId="{FD92F825-DED7-48EA-B3F7-33C2342FEAA9}" dt="2026-04-06T09:36:38.030" v="785" actId="26606"/>
          <ac:spMkLst>
            <pc:docMk/>
            <pc:sldMk cId="0" sldId="273"/>
            <ac:spMk id="24" creationId="{463EEC44-1BA3-44ED-81FC-A644B04B2A44}"/>
          </ac:spMkLst>
        </pc:spChg>
        <pc:spChg chg="add del">
          <ac:chgData name="Deepan Mehta" userId="c74e1ef3f0d3e855" providerId="LiveId" clId="{FD92F825-DED7-48EA-B3F7-33C2342FEAA9}" dt="2026-04-06T09:36:42.316" v="787" actId="26606"/>
          <ac:spMkLst>
            <pc:docMk/>
            <pc:sldMk cId="0" sldId="273"/>
            <ac:spMk id="25" creationId="{3AB72E55-43E4-4356-BFE8-E2102CB0B505}"/>
          </ac:spMkLst>
        </pc:spChg>
        <pc:spChg chg="add del">
          <ac:chgData name="Deepan Mehta" userId="c74e1ef3f0d3e855" providerId="LiveId" clId="{FD92F825-DED7-48EA-B3F7-33C2342FEAA9}" dt="2026-04-06T09:36:42.316" v="787" actId="26606"/>
          <ac:spMkLst>
            <pc:docMk/>
            <pc:sldMk cId="0" sldId="273"/>
            <ac:spMk id="26" creationId="{F837543A-6020-4505-A233-C9DB4BF74011}"/>
          </ac:spMkLst>
        </pc:spChg>
        <pc:spChg chg="add del">
          <ac:chgData name="Deepan Mehta" userId="c74e1ef3f0d3e855" providerId="LiveId" clId="{FD92F825-DED7-48EA-B3F7-33C2342FEAA9}" dt="2026-04-06T09:36:42.316" v="787" actId="26606"/>
          <ac:spMkLst>
            <pc:docMk/>
            <pc:sldMk cId="0" sldId="273"/>
            <ac:spMk id="27" creationId="{35B16301-FB18-48BA-A6DD-C37CAF6F9A18}"/>
          </ac:spMkLst>
        </pc:spChg>
        <pc:spChg chg="add del">
          <ac:chgData name="Deepan Mehta" userId="c74e1ef3f0d3e855" providerId="LiveId" clId="{FD92F825-DED7-48EA-B3F7-33C2342FEAA9}" dt="2026-04-06T09:36:42.316" v="787" actId="26606"/>
          <ac:spMkLst>
            <pc:docMk/>
            <pc:sldMk cId="0" sldId="273"/>
            <ac:spMk id="28" creationId="{C3C0D90E-074A-4F52-9B11-B52BEF4BCBE5}"/>
          </ac:spMkLst>
        </pc:spChg>
        <pc:spChg chg="add del">
          <ac:chgData name="Deepan Mehta" userId="c74e1ef3f0d3e855" providerId="LiveId" clId="{FD92F825-DED7-48EA-B3F7-33C2342FEAA9}" dt="2026-04-06T09:36:42.316" v="787" actId="26606"/>
          <ac:spMkLst>
            <pc:docMk/>
            <pc:sldMk cId="0" sldId="273"/>
            <ac:spMk id="29" creationId="{CABBD4C1-E6F8-46F6-8152-A8A97490BF4D}"/>
          </ac:spMkLst>
        </pc:spChg>
        <pc:spChg chg="add del">
          <ac:chgData name="Deepan Mehta" userId="c74e1ef3f0d3e855" providerId="LiveId" clId="{FD92F825-DED7-48EA-B3F7-33C2342FEAA9}" dt="2026-04-06T09:36:42.316" v="787" actId="26606"/>
          <ac:spMkLst>
            <pc:docMk/>
            <pc:sldMk cId="0" sldId="273"/>
            <ac:spMk id="31" creationId="{88853921-7BC9-4BDE-ACAB-133C683C82D6}"/>
          </ac:spMkLst>
        </pc:spChg>
        <pc:spChg chg="add del">
          <ac:chgData name="Deepan Mehta" userId="c74e1ef3f0d3e855" providerId="LiveId" clId="{FD92F825-DED7-48EA-B3F7-33C2342FEAA9}" dt="2026-04-06T09:36:42.316" v="787" actId="26606"/>
          <ac:spMkLst>
            <pc:docMk/>
            <pc:sldMk cId="0" sldId="273"/>
            <ac:spMk id="32" creationId="{09192968-3AE7-4470-A61C-97294BB92731}"/>
          </ac:spMkLst>
        </pc:spChg>
        <pc:spChg chg="add del">
          <ac:chgData name="Deepan Mehta" userId="c74e1ef3f0d3e855" providerId="LiveId" clId="{FD92F825-DED7-48EA-B3F7-33C2342FEAA9}" dt="2026-04-06T09:37:38.765" v="793" actId="26606"/>
          <ac:spMkLst>
            <pc:docMk/>
            <pc:sldMk cId="0" sldId="273"/>
            <ac:spMk id="33" creationId="{D1EA859B-E555-4109-94F3-6700E046E008}"/>
          </ac:spMkLst>
        </pc:spChg>
        <pc:spChg chg="add del">
          <ac:chgData name="Deepan Mehta" userId="c74e1ef3f0d3e855" providerId="LiveId" clId="{FD92F825-DED7-48EA-B3F7-33C2342FEAA9}" dt="2026-04-06T09:37:56.460" v="799" actId="26606"/>
          <ac:spMkLst>
            <pc:docMk/>
            <pc:sldMk cId="0" sldId="273"/>
            <ac:spMk id="34" creationId="{F13C74B1-5B17-4795-BED0-7140497B445A}"/>
          </ac:spMkLst>
        </pc:spChg>
        <pc:spChg chg="add del">
          <ac:chgData name="Deepan Mehta" userId="c74e1ef3f0d3e855" providerId="LiveId" clId="{FD92F825-DED7-48EA-B3F7-33C2342FEAA9}" dt="2026-04-06T09:37:40.955" v="795" actId="26606"/>
          <ac:spMkLst>
            <pc:docMk/>
            <pc:sldMk cId="0" sldId="273"/>
            <ac:spMk id="35" creationId="{45D37F4E-DDB4-456B-97E0-9937730A039F}"/>
          </ac:spMkLst>
        </pc:spChg>
        <pc:spChg chg="add del">
          <ac:chgData name="Deepan Mehta" userId="c74e1ef3f0d3e855" providerId="LiveId" clId="{FD92F825-DED7-48EA-B3F7-33C2342FEAA9}" dt="2026-04-06T09:37:40.955" v="795" actId="26606"/>
          <ac:spMkLst>
            <pc:docMk/>
            <pc:sldMk cId="0" sldId="273"/>
            <ac:spMk id="36" creationId="{B2DD41CD-8F47-4F56-AD12-4E2FF7696987}"/>
          </ac:spMkLst>
        </pc:spChg>
        <pc:spChg chg="add del">
          <ac:chgData name="Deepan Mehta" userId="c74e1ef3f0d3e855" providerId="LiveId" clId="{FD92F825-DED7-48EA-B3F7-33C2342FEAA9}" dt="2026-04-06T09:37:56.460" v="799" actId="26606"/>
          <ac:spMkLst>
            <pc:docMk/>
            <pc:sldMk cId="0" sldId="273"/>
            <ac:spMk id="37" creationId="{D4974D33-8DC5-464E-8C6D-BE58F0669C17}"/>
          </ac:spMkLst>
        </pc:spChg>
        <pc:spChg chg="add">
          <ac:chgData name="Deepan Mehta" userId="c74e1ef3f0d3e855" providerId="LiveId" clId="{FD92F825-DED7-48EA-B3F7-33C2342FEAA9}" dt="2026-04-06T09:37:56.460" v="800" actId="26606"/>
          <ac:spMkLst>
            <pc:docMk/>
            <pc:sldMk cId="0" sldId="273"/>
            <ac:spMk id="39" creationId="{32AEEBC8-9D30-42EF-95F2-386C2653FBF0}"/>
          </ac:spMkLst>
        </pc:spChg>
        <pc:spChg chg="add">
          <ac:chgData name="Deepan Mehta" userId="c74e1ef3f0d3e855" providerId="LiveId" clId="{FD92F825-DED7-48EA-B3F7-33C2342FEAA9}" dt="2026-04-06T09:37:56.460" v="800" actId="26606"/>
          <ac:spMkLst>
            <pc:docMk/>
            <pc:sldMk cId="0" sldId="273"/>
            <ac:spMk id="40" creationId="{2E92FA66-67D7-4CB4-94D3-E643A9AD4757}"/>
          </ac:spMkLst>
        </pc:spChg>
        <pc:grpChg chg="add del">
          <ac:chgData name="Deepan Mehta" userId="c74e1ef3f0d3e855" providerId="LiveId" clId="{FD92F825-DED7-48EA-B3F7-33C2342FEAA9}" dt="2026-04-06T09:36:35.160" v="783" actId="26606"/>
          <ac:grpSpMkLst>
            <pc:docMk/>
            <pc:sldMk cId="0" sldId="273"/>
            <ac:grpSpMk id="18" creationId="{83EAB11A-76F7-48F4-9B4F-5BFDF4BF9670}"/>
          </ac:grpSpMkLst>
        </pc:grpChg>
        <pc:picChg chg="add mod ord">
          <ac:chgData name="Deepan Mehta" userId="c74e1ef3f0d3e855" providerId="LiveId" clId="{FD92F825-DED7-48EA-B3F7-33C2342FEAA9}" dt="2026-04-06T09:37:56.460" v="800" actId="26606"/>
          <ac:picMkLst>
            <pc:docMk/>
            <pc:sldMk cId="0" sldId="273"/>
            <ac:picMk id="6" creationId="{A55E8CD3-D618-7248-EB97-D38FA76271BC}"/>
          </ac:picMkLst>
        </pc:picChg>
      </pc:sldChg>
      <pc:sldChg chg="addSp delSp modSp mod setBg">
        <pc:chgData name="Deepan Mehta" userId="c74e1ef3f0d3e855" providerId="LiveId" clId="{FD92F825-DED7-48EA-B3F7-33C2342FEAA9}" dt="2026-04-06T09:40:47.375" v="824" actId="20577"/>
        <pc:sldMkLst>
          <pc:docMk/>
          <pc:sldMk cId="0" sldId="274"/>
        </pc:sldMkLst>
        <pc:spChg chg="mod">
          <ac:chgData name="Deepan Mehta" userId="c74e1ef3f0d3e855" providerId="LiveId" clId="{FD92F825-DED7-48EA-B3F7-33C2342FEAA9}" dt="2026-04-06T09:39:31.400" v="818" actId="255"/>
          <ac:spMkLst>
            <pc:docMk/>
            <pc:sldMk cId="0" sldId="274"/>
            <ac:spMk id="2" creationId="{00000000-0000-0000-0000-000000000000}"/>
          </ac:spMkLst>
        </pc:spChg>
        <pc:spChg chg="del mod">
          <ac:chgData name="Deepan Mehta" userId="c74e1ef3f0d3e855" providerId="LiveId" clId="{FD92F825-DED7-48EA-B3F7-33C2342FEAA9}" dt="2026-04-06T09:38:41.873" v="803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38:41.873" v="803" actId="26606"/>
          <ac:spMkLst>
            <pc:docMk/>
            <pc:sldMk cId="0" sldId="274"/>
            <ac:spMk id="4" creationId="{FEE5DF9D-0143-899E-1164-16F4801E73A2}"/>
          </ac:spMkLst>
        </pc:spChg>
        <pc:spChg chg="add">
          <ac:chgData name="Deepan Mehta" userId="c74e1ef3f0d3e855" providerId="LiveId" clId="{FD92F825-DED7-48EA-B3F7-33C2342FEAA9}" dt="2026-04-06T09:38:41.873" v="803" actId="26606"/>
          <ac:spMkLst>
            <pc:docMk/>
            <pc:sldMk cId="0" sldId="274"/>
            <ac:spMk id="10" creationId="{2659FDB4-FCBE-4A89-B46D-43D4FA54464D}"/>
          </ac:spMkLst>
        </pc:spChg>
        <pc:graphicFrameChg chg="add mod modGraphic">
          <ac:chgData name="Deepan Mehta" userId="c74e1ef3f0d3e855" providerId="LiveId" clId="{FD92F825-DED7-48EA-B3F7-33C2342FEAA9}" dt="2026-04-06T09:40:47.375" v="824" actId="20577"/>
          <ac:graphicFrameMkLst>
            <pc:docMk/>
            <pc:sldMk cId="0" sldId="274"/>
            <ac:graphicFrameMk id="6" creationId="{D43C99F0-4D6A-A16A-191D-26B87C91DCD9}"/>
          </ac:graphicFrameMkLst>
        </pc:graphicFrameChg>
        <pc:cxnChg chg="add">
          <ac:chgData name="Deepan Mehta" userId="c74e1ef3f0d3e855" providerId="LiveId" clId="{FD92F825-DED7-48EA-B3F7-33C2342FEAA9}" dt="2026-04-06T09:38:41.873" v="803" actId="26606"/>
          <ac:cxnSpMkLst>
            <pc:docMk/>
            <pc:sldMk cId="0" sldId="274"/>
            <ac:cxnSpMk id="12" creationId="{C8F51B3F-8331-4E4A-AE96-D47B1006EEAD}"/>
          </ac:cxnSpMkLst>
        </pc:cxnChg>
      </pc:sldChg>
      <pc:sldChg chg="addSp modSp mod setBg">
        <pc:chgData name="Deepan Mehta" userId="c74e1ef3f0d3e855" providerId="LiveId" clId="{FD92F825-DED7-48EA-B3F7-33C2342FEAA9}" dt="2026-04-06T09:41:31.401" v="825" actId="26606"/>
        <pc:sldMkLst>
          <pc:docMk/>
          <pc:sldMk cId="0" sldId="275"/>
        </pc:sldMkLst>
        <pc:spChg chg="mod">
          <ac:chgData name="Deepan Mehta" userId="c74e1ef3f0d3e855" providerId="LiveId" clId="{FD92F825-DED7-48EA-B3F7-33C2342FEAA9}" dt="2026-04-06T09:41:31.401" v="825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41:31.401" v="825" actId="26606"/>
          <ac:spMkLst>
            <pc:docMk/>
            <pc:sldMk cId="0" sldId="275"/>
            <ac:spMk id="3" creationId="{00000000-0000-0000-0000-000000000000}"/>
          </ac:spMkLst>
        </pc:spChg>
        <pc:spChg chg="mod">
          <ac:chgData name="Deepan Mehta" userId="c74e1ef3f0d3e855" providerId="LiveId" clId="{FD92F825-DED7-48EA-B3F7-33C2342FEAA9}" dt="2026-04-06T09:41:31.401" v="825" actId="26606"/>
          <ac:spMkLst>
            <pc:docMk/>
            <pc:sldMk cId="0" sldId="275"/>
            <ac:spMk id="4" creationId="{B953B70F-3597-F9EF-E6BB-F2739901D391}"/>
          </ac:spMkLst>
        </pc:spChg>
        <pc:spChg chg="add">
          <ac:chgData name="Deepan Mehta" userId="c74e1ef3f0d3e855" providerId="LiveId" clId="{FD92F825-DED7-48EA-B3F7-33C2342FEAA9}" dt="2026-04-06T09:41:31.401" v="825" actId="26606"/>
          <ac:spMkLst>
            <pc:docMk/>
            <pc:sldMk cId="0" sldId="275"/>
            <ac:spMk id="10" creationId="{B1595A09-E336-4D1B-9B3A-06A2287A54E2}"/>
          </ac:spMkLst>
        </pc:spChg>
        <pc:spChg chg="add">
          <ac:chgData name="Deepan Mehta" userId="c74e1ef3f0d3e855" providerId="LiveId" clId="{FD92F825-DED7-48EA-B3F7-33C2342FEAA9}" dt="2026-04-06T09:41:31.401" v="825" actId="26606"/>
          <ac:spMkLst>
            <pc:docMk/>
            <pc:sldMk cId="0" sldId="275"/>
            <ac:spMk id="12" creationId="{3540989C-C7B8-473B-BF87-6F2DA6A90006}"/>
          </ac:spMkLst>
        </pc:spChg>
        <pc:picChg chg="add">
          <ac:chgData name="Deepan Mehta" userId="c74e1ef3f0d3e855" providerId="LiveId" clId="{FD92F825-DED7-48EA-B3F7-33C2342FEAA9}" dt="2026-04-06T09:41:31.401" v="825" actId="26606"/>
          <ac:picMkLst>
            <pc:docMk/>
            <pc:sldMk cId="0" sldId="275"/>
            <ac:picMk id="6" creationId="{D8517A4D-13BF-BE4E-7759-5AFF5914FAE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F2135-BDB9-41B1-AEB2-4BE424B67C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CCA0A9C-111D-4195-9F4C-EC1A24039401}">
      <dgm:prSet/>
      <dgm:spPr/>
      <dgm:t>
        <a:bodyPr/>
        <a:lstStyle/>
        <a:p>
          <a:r>
            <a:rPr lang="en-US"/>
            <a:t>Analyze behavioural differences between members and casual users </a:t>
          </a:r>
        </a:p>
      </dgm:t>
    </dgm:pt>
    <dgm:pt modelId="{2A955273-21AE-475B-A8B9-9097A3907DED}" type="parTrans" cxnId="{C54C4E1A-145F-40EA-B498-91426D92E557}">
      <dgm:prSet/>
      <dgm:spPr/>
      <dgm:t>
        <a:bodyPr/>
        <a:lstStyle/>
        <a:p>
          <a:endParaRPr lang="en-US"/>
        </a:p>
      </dgm:t>
    </dgm:pt>
    <dgm:pt modelId="{F2C8BC6D-788C-4383-B80C-3E225C10227D}" type="sibTrans" cxnId="{C54C4E1A-145F-40EA-B498-91426D92E557}">
      <dgm:prSet/>
      <dgm:spPr/>
      <dgm:t>
        <a:bodyPr/>
        <a:lstStyle/>
        <a:p>
          <a:endParaRPr lang="en-US"/>
        </a:p>
      </dgm:t>
    </dgm:pt>
    <dgm:pt modelId="{F5B19722-7A7B-401F-AC9A-F2AC18547A35}">
      <dgm:prSet/>
      <dgm:spPr/>
      <dgm:t>
        <a:bodyPr/>
        <a:lstStyle/>
        <a:p>
          <a:r>
            <a:rPr lang="en-US"/>
            <a:t>Identify usage patterns across time and duration </a:t>
          </a:r>
        </a:p>
      </dgm:t>
    </dgm:pt>
    <dgm:pt modelId="{BEBF5BA8-C312-4D0B-ACD6-5AA70454F523}" type="parTrans" cxnId="{40F4966C-F333-422E-9199-ECB2CE90CA2F}">
      <dgm:prSet/>
      <dgm:spPr/>
      <dgm:t>
        <a:bodyPr/>
        <a:lstStyle/>
        <a:p>
          <a:endParaRPr lang="en-US"/>
        </a:p>
      </dgm:t>
    </dgm:pt>
    <dgm:pt modelId="{22CBE12F-8606-4C55-B96E-5F6C107C66DE}" type="sibTrans" cxnId="{40F4966C-F333-422E-9199-ECB2CE90CA2F}">
      <dgm:prSet/>
      <dgm:spPr/>
      <dgm:t>
        <a:bodyPr/>
        <a:lstStyle/>
        <a:p>
          <a:endParaRPr lang="en-US"/>
        </a:p>
      </dgm:t>
    </dgm:pt>
    <dgm:pt modelId="{9BE0F215-6ADA-413E-8071-5E005DE2171C}">
      <dgm:prSet/>
      <dgm:spPr/>
      <dgm:t>
        <a:bodyPr/>
        <a:lstStyle/>
        <a:p>
          <a:r>
            <a:rPr lang="en-US"/>
            <a:t>Develop actionable business recommendations </a:t>
          </a:r>
        </a:p>
      </dgm:t>
    </dgm:pt>
    <dgm:pt modelId="{2F85C5AA-E264-425D-B476-94029F605A8B}" type="parTrans" cxnId="{A60D379B-ACC2-4751-8B55-853ADE1CAF1A}">
      <dgm:prSet/>
      <dgm:spPr/>
      <dgm:t>
        <a:bodyPr/>
        <a:lstStyle/>
        <a:p>
          <a:endParaRPr lang="en-US"/>
        </a:p>
      </dgm:t>
    </dgm:pt>
    <dgm:pt modelId="{7A119557-06D0-45CA-81FF-E57DB039A12C}" type="sibTrans" cxnId="{A60D379B-ACC2-4751-8B55-853ADE1CAF1A}">
      <dgm:prSet/>
      <dgm:spPr/>
      <dgm:t>
        <a:bodyPr/>
        <a:lstStyle/>
        <a:p>
          <a:endParaRPr lang="en-US"/>
        </a:p>
      </dgm:t>
    </dgm:pt>
    <dgm:pt modelId="{4A1BEB84-57E8-4321-A733-7C1CFF615A1E}">
      <dgm:prSet/>
      <dgm:spPr/>
      <dgm:t>
        <a:bodyPr/>
        <a:lstStyle/>
        <a:p>
          <a:r>
            <a:rPr lang="en-US" b="1"/>
            <a:t>Key Question:</a:t>
          </a:r>
          <a:br>
            <a:rPr lang="en-US"/>
          </a:br>
          <a:r>
            <a:rPr lang="en-US"/>
            <a:t>How can casual riders be converted into long-term members?</a:t>
          </a:r>
        </a:p>
      </dgm:t>
    </dgm:pt>
    <dgm:pt modelId="{92BF465F-DB45-49D1-9A0A-D52C294CB14A}" type="parTrans" cxnId="{0CD5C2EC-89D4-4A38-B56D-8DE6C685415D}">
      <dgm:prSet/>
      <dgm:spPr/>
      <dgm:t>
        <a:bodyPr/>
        <a:lstStyle/>
        <a:p>
          <a:endParaRPr lang="en-US"/>
        </a:p>
      </dgm:t>
    </dgm:pt>
    <dgm:pt modelId="{B3C5600A-6519-4A29-8C45-D19098D418D8}" type="sibTrans" cxnId="{0CD5C2EC-89D4-4A38-B56D-8DE6C685415D}">
      <dgm:prSet/>
      <dgm:spPr/>
      <dgm:t>
        <a:bodyPr/>
        <a:lstStyle/>
        <a:p>
          <a:endParaRPr lang="en-US"/>
        </a:p>
      </dgm:t>
    </dgm:pt>
    <dgm:pt modelId="{0F849176-5F50-4600-9D42-D849DB0B2587}" type="pres">
      <dgm:prSet presAssocID="{CB9F2135-BDB9-41B1-AEB2-4BE424B67C6E}" presName="root" presStyleCnt="0">
        <dgm:presLayoutVars>
          <dgm:dir/>
          <dgm:resizeHandles val="exact"/>
        </dgm:presLayoutVars>
      </dgm:prSet>
      <dgm:spPr/>
    </dgm:pt>
    <dgm:pt modelId="{181EE204-2C72-4E4E-9634-86832AE342D4}" type="pres">
      <dgm:prSet presAssocID="{BCCA0A9C-111D-4195-9F4C-EC1A24039401}" presName="compNode" presStyleCnt="0"/>
      <dgm:spPr/>
    </dgm:pt>
    <dgm:pt modelId="{63D88B35-0EB1-45BA-B61A-0A588ACB8204}" type="pres">
      <dgm:prSet presAssocID="{BCCA0A9C-111D-4195-9F4C-EC1A24039401}" presName="bgRect" presStyleLbl="bgShp" presStyleIdx="0" presStyleCnt="4"/>
      <dgm:spPr/>
    </dgm:pt>
    <dgm:pt modelId="{CFC1268C-B11D-4058-9115-F16DC3509CB0}" type="pres">
      <dgm:prSet presAssocID="{BCCA0A9C-111D-4195-9F4C-EC1A240394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E7D746E-B6D6-4B8D-8139-4CDD737513C2}" type="pres">
      <dgm:prSet presAssocID="{BCCA0A9C-111D-4195-9F4C-EC1A24039401}" presName="spaceRect" presStyleCnt="0"/>
      <dgm:spPr/>
    </dgm:pt>
    <dgm:pt modelId="{A99E98BA-96DB-4CD2-BF15-97CF380F7EA0}" type="pres">
      <dgm:prSet presAssocID="{BCCA0A9C-111D-4195-9F4C-EC1A24039401}" presName="parTx" presStyleLbl="revTx" presStyleIdx="0" presStyleCnt="4">
        <dgm:presLayoutVars>
          <dgm:chMax val="0"/>
          <dgm:chPref val="0"/>
        </dgm:presLayoutVars>
      </dgm:prSet>
      <dgm:spPr/>
    </dgm:pt>
    <dgm:pt modelId="{A884C87F-1FAD-4D17-AFE6-C28A1741CF1E}" type="pres">
      <dgm:prSet presAssocID="{F2C8BC6D-788C-4383-B80C-3E225C10227D}" presName="sibTrans" presStyleCnt="0"/>
      <dgm:spPr/>
    </dgm:pt>
    <dgm:pt modelId="{7F4E5B7D-FB56-405E-BBD1-F27178FDA4A9}" type="pres">
      <dgm:prSet presAssocID="{F5B19722-7A7B-401F-AC9A-F2AC18547A35}" presName="compNode" presStyleCnt="0"/>
      <dgm:spPr/>
    </dgm:pt>
    <dgm:pt modelId="{9CC2948F-C75B-4EEF-A5C7-7A1E570BCCA8}" type="pres">
      <dgm:prSet presAssocID="{F5B19722-7A7B-401F-AC9A-F2AC18547A35}" presName="bgRect" presStyleLbl="bgShp" presStyleIdx="1" presStyleCnt="4"/>
      <dgm:spPr/>
    </dgm:pt>
    <dgm:pt modelId="{903E7008-FC11-41B5-9F24-EFBD97025E6F}" type="pres">
      <dgm:prSet presAssocID="{F5B19722-7A7B-401F-AC9A-F2AC18547A3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BD8C6B8-F2B7-4F8E-88A6-ADDB86EF7545}" type="pres">
      <dgm:prSet presAssocID="{F5B19722-7A7B-401F-AC9A-F2AC18547A35}" presName="spaceRect" presStyleCnt="0"/>
      <dgm:spPr/>
    </dgm:pt>
    <dgm:pt modelId="{91B56B60-F8E3-4CFC-8393-DAAA47374BA6}" type="pres">
      <dgm:prSet presAssocID="{F5B19722-7A7B-401F-AC9A-F2AC18547A35}" presName="parTx" presStyleLbl="revTx" presStyleIdx="1" presStyleCnt="4">
        <dgm:presLayoutVars>
          <dgm:chMax val="0"/>
          <dgm:chPref val="0"/>
        </dgm:presLayoutVars>
      </dgm:prSet>
      <dgm:spPr/>
    </dgm:pt>
    <dgm:pt modelId="{0FF73389-48A8-4812-B037-77C50EC074C6}" type="pres">
      <dgm:prSet presAssocID="{22CBE12F-8606-4C55-B96E-5F6C107C66DE}" presName="sibTrans" presStyleCnt="0"/>
      <dgm:spPr/>
    </dgm:pt>
    <dgm:pt modelId="{2B9053E3-A409-4AAB-9A8B-F79CE6B0A194}" type="pres">
      <dgm:prSet presAssocID="{9BE0F215-6ADA-413E-8071-5E005DE2171C}" presName="compNode" presStyleCnt="0"/>
      <dgm:spPr/>
    </dgm:pt>
    <dgm:pt modelId="{ED2FC8D5-DDCA-4E85-B703-427FBD9E53EE}" type="pres">
      <dgm:prSet presAssocID="{9BE0F215-6ADA-413E-8071-5E005DE2171C}" presName="bgRect" presStyleLbl="bgShp" presStyleIdx="2" presStyleCnt="4"/>
      <dgm:spPr/>
    </dgm:pt>
    <dgm:pt modelId="{61F72204-0F5A-45DF-95E3-EF10361CD63B}" type="pres">
      <dgm:prSet presAssocID="{9BE0F215-6ADA-413E-8071-5E005DE2171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0CC2860-55F2-4A0A-9FAA-A38C2D3C46FC}" type="pres">
      <dgm:prSet presAssocID="{9BE0F215-6ADA-413E-8071-5E005DE2171C}" presName="spaceRect" presStyleCnt="0"/>
      <dgm:spPr/>
    </dgm:pt>
    <dgm:pt modelId="{1312BE30-80B9-4305-BA47-C2D71B621B16}" type="pres">
      <dgm:prSet presAssocID="{9BE0F215-6ADA-413E-8071-5E005DE2171C}" presName="parTx" presStyleLbl="revTx" presStyleIdx="2" presStyleCnt="4">
        <dgm:presLayoutVars>
          <dgm:chMax val="0"/>
          <dgm:chPref val="0"/>
        </dgm:presLayoutVars>
      </dgm:prSet>
      <dgm:spPr/>
    </dgm:pt>
    <dgm:pt modelId="{325B0FB3-15E2-4038-8280-02C117EC6EF6}" type="pres">
      <dgm:prSet presAssocID="{7A119557-06D0-45CA-81FF-E57DB039A12C}" presName="sibTrans" presStyleCnt="0"/>
      <dgm:spPr/>
    </dgm:pt>
    <dgm:pt modelId="{B76DC40C-44C5-4934-A487-B5D103C7259C}" type="pres">
      <dgm:prSet presAssocID="{4A1BEB84-57E8-4321-A733-7C1CFF615A1E}" presName="compNode" presStyleCnt="0"/>
      <dgm:spPr/>
    </dgm:pt>
    <dgm:pt modelId="{1E57F758-E573-4C59-8B4C-AC0EC59D30F0}" type="pres">
      <dgm:prSet presAssocID="{4A1BEB84-57E8-4321-A733-7C1CFF615A1E}" presName="bgRect" presStyleLbl="bgShp" presStyleIdx="3" presStyleCnt="4"/>
      <dgm:spPr/>
    </dgm:pt>
    <dgm:pt modelId="{D23C1D7E-DFC3-4B48-8395-9B5C8CE716A4}" type="pres">
      <dgm:prSet presAssocID="{4A1BEB84-57E8-4321-A733-7C1CFF615A1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torcycle"/>
        </a:ext>
      </dgm:extLst>
    </dgm:pt>
    <dgm:pt modelId="{02E23AD9-1779-4737-9F0A-3F8CB36A6EF5}" type="pres">
      <dgm:prSet presAssocID="{4A1BEB84-57E8-4321-A733-7C1CFF615A1E}" presName="spaceRect" presStyleCnt="0"/>
      <dgm:spPr/>
    </dgm:pt>
    <dgm:pt modelId="{075FC985-D514-44A4-B43F-D05F869D05B9}" type="pres">
      <dgm:prSet presAssocID="{4A1BEB84-57E8-4321-A733-7C1CFF615A1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54C4E1A-145F-40EA-B498-91426D92E557}" srcId="{CB9F2135-BDB9-41B1-AEB2-4BE424B67C6E}" destId="{BCCA0A9C-111D-4195-9F4C-EC1A24039401}" srcOrd="0" destOrd="0" parTransId="{2A955273-21AE-475B-A8B9-9097A3907DED}" sibTransId="{F2C8BC6D-788C-4383-B80C-3E225C10227D}"/>
    <dgm:cxn modelId="{40F4966C-F333-422E-9199-ECB2CE90CA2F}" srcId="{CB9F2135-BDB9-41B1-AEB2-4BE424B67C6E}" destId="{F5B19722-7A7B-401F-AC9A-F2AC18547A35}" srcOrd="1" destOrd="0" parTransId="{BEBF5BA8-C312-4D0B-ACD6-5AA70454F523}" sibTransId="{22CBE12F-8606-4C55-B96E-5F6C107C66DE}"/>
    <dgm:cxn modelId="{A60D379B-ACC2-4751-8B55-853ADE1CAF1A}" srcId="{CB9F2135-BDB9-41B1-AEB2-4BE424B67C6E}" destId="{9BE0F215-6ADA-413E-8071-5E005DE2171C}" srcOrd="2" destOrd="0" parTransId="{2F85C5AA-E264-425D-B476-94029F605A8B}" sibTransId="{7A119557-06D0-45CA-81FF-E57DB039A12C}"/>
    <dgm:cxn modelId="{E3ADE8AF-2C3A-4649-8DFD-6037C0E352F3}" type="presOf" srcId="{BCCA0A9C-111D-4195-9F4C-EC1A24039401}" destId="{A99E98BA-96DB-4CD2-BF15-97CF380F7EA0}" srcOrd="0" destOrd="0" presId="urn:microsoft.com/office/officeart/2018/2/layout/IconVerticalSolidList"/>
    <dgm:cxn modelId="{DD4AA0CA-B7F8-464F-BF39-31962BE13AF1}" type="presOf" srcId="{4A1BEB84-57E8-4321-A733-7C1CFF615A1E}" destId="{075FC985-D514-44A4-B43F-D05F869D05B9}" srcOrd="0" destOrd="0" presId="urn:microsoft.com/office/officeart/2018/2/layout/IconVerticalSolidList"/>
    <dgm:cxn modelId="{BB4065DF-D595-4D15-B804-3DBE2B5E1310}" type="presOf" srcId="{F5B19722-7A7B-401F-AC9A-F2AC18547A35}" destId="{91B56B60-F8E3-4CFC-8393-DAAA47374BA6}" srcOrd="0" destOrd="0" presId="urn:microsoft.com/office/officeart/2018/2/layout/IconVerticalSolidList"/>
    <dgm:cxn modelId="{605F13E1-ECED-4C45-951E-3A4450A96BE3}" type="presOf" srcId="{CB9F2135-BDB9-41B1-AEB2-4BE424B67C6E}" destId="{0F849176-5F50-4600-9D42-D849DB0B2587}" srcOrd="0" destOrd="0" presId="urn:microsoft.com/office/officeart/2018/2/layout/IconVerticalSolidList"/>
    <dgm:cxn modelId="{373253E4-7787-4452-B53F-7DE9BEAA3C82}" type="presOf" srcId="{9BE0F215-6ADA-413E-8071-5E005DE2171C}" destId="{1312BE30-80B9-4305-BA47-C2D71B621B16}" srcOrd="0" destOrd="0" presId="urn:microsoft.com/office/officeart/2018/2/layout/IconVerticalSolidList"/>
    <dgm:cxn modelId="{0CD5C2EC-89D4-4A38-B56D-8DE6C685415D}" srcId="{CB9F2135-BDB9-41B1-AEB2-4BE424B67C6E}" destId="{4A1BEB84-57E8-4321-A733-7C1CFF615A1E}" srcOrd="3" destOrd="0" parTransId="{92BF465F-DB45-49D1-9A0A-D52C294CB14A}" sibTransId="{B3C5600A-6519-4A29-8C45-D19098D418D8}"/>
    <dgm:cxn modelId="{07724B90-B433-406F-BD8B-6BF98E2EF517}" type="presParOf" srcId="{0F849176-5F50-4600-9D42-D849DB0B2587}" destId="{181EE204-2C72-4E4E-9634-86832AE342D4}" srcOrd="0" destOrd="0" presId="urn:microsoft.com/office/officeart/2018/2/layout/IconVerticalSolidList"/>
    <dgm:cxn modelId="{D970FE32-128A-4B92-A09A-540EE082F151}" type="presParOf" srcId="{181EE204-2C72-4E4E-9634-86832AE342D4}" destId="{63D88B35-0EB1-45BA-B61A-0A588ACB8204}" srcOrd="0" destOrd="0" presId="urn:microsoft.com/office/officeart/2018/2/layout/IconVerticalSolidList"/>
    <dgm:cxn modelId="{70C80DFA-6D2B-4E26-9E6D-1588A83C9008}" type="presParOf" srcId="{181EE204-2C72-4E4E-9634-86832AE342D4}" destId="{CFC1268C-B11D-4058-9115-F16DC3509CB0}" srcOrd="1" destOrd="0" presId="urn:microsoft.com/office/officeart/2018/2/layout/IconVerticalSolidList"/>
    <dgm:cxn modelId="{61E8BB99-0B13-48E6-A493-5DE6E9F2FB6F}" type="presParOf" srcId="{181EE204-2C72-4E4E-9634-86832AE342D4}" destId="{DE7D746E-B6D6-4B8D-8139-4CDD737513C2}" srcOrd="2" destOrd="0" presId="urn:microsoft.com/office/officeart/2018/2/layout/IconVerticalSolidList"/>
    <dgm:cxn modelId="{1514E89B-8528-4C00-958D-0D21FBD6CBE1}" type="presParOf" srcId="{181EE204-2C72-4E4E-9634-86832AE342D4}" destId="{A99E98BA-96DB-4CD2-BF15-97CF380F7EA0}" srcOrd="3" destOrd="0" presId="urn:microsoft.com/office/officeart/2018/2/layout/IconVerticalSolidList"/>
    <dgm:cxn modelId="{A70611EA-0D18-4859-8DE1-BCCDFB5B2F3B}" type="presParOf" srcId="{0F849176-5F50-4600-9D42-D849DB0B2587}" destId="{A884C87F-1FAD-4D17-AFE6-C28A1741CF1E}" srcOrd="1" destOrd="0" presId="urn:microsoft.com/office/officeart/2018/2/layout/IconVerticalSolidList"/>
    <dgm:cxn modelId="{7F948800-0002-4B20-961D-D8DA22B01462}" type="presParOf" srcId="{0F849176-5F50-4600-9D42-D849DB0B2587}" destId="{7F4E5B7D-FB56-405E-BBD1-F27178FDA4A9}" srcOrd="2" destOrd="0" presId="urn:microsoft.com/office/officeart/2018/2/layout/IconVerticalSolidList"/>
    <dgm:cxn modelId="{EC78088D-1CD8-4743-85C6-9E6A02D2BAC2}" type="presParOf" srcId="{7F4E5B7D-FB56-405E-BBD1-F27178FDA4A9}" destId="{9CC2948F-C75B-4EEF-A5C7-7A1E570BCCA8}" srcOrd="0" destOrd="0" presId="urn:microsoft.com/office/officeart/2018/2/layout/IconVerticalSolidList"/>
    <dgm:cxn modelId="{BFF708A6-929F-492D-A8F8-EBDBFCBC92DC}" type="presParOf" srcId="{7F4E5B7D-FB56-405E-BBD1-F27178FDA4A9}" destId="{903E7008-FC11-41B5-9F24-EFBD97025E6F}" srcOrd="1" destOrd="0" presId="urn:microsoft.com/office/officeart/2018/2/layout/IconVerticalSolidList"/>
    <dgm:cxn modelId="{80A114C6-8947-4AFE-9425-6084C169F699}" type="presParOf" srcId="{7F4E5B7D-FB56-405E-BBD1-F27178FDA4A9}" destId="{DBD8C6B8-F2B7-4F8E-88A6-ADDB86EF7545}" srcOrd="2" destOrd="0" presId="urn:microsoft.com/office/officeart/2018/2/layout/IconVerticalSolidList"/>
    <dgm:cxn modelId="{D6D92EF9-47DD-433E-9AD3-1A2293456E35}" type="presParOf" srcId="{7F4E5B7D-FB56-405E-BBD1-F27178FDA4A9}" destId="{91B56B60-F8E3-4CFC-8393-DAAA47374BA6}" srcOrd="3" destOrd="0" presId="urn:microsoft.com/office/officeart/2018/2/layout/IconVerticalSolidList"/>
    <dgm:cxn modelId="{4657D8DE-D674-4EF5-B9C7-E416D26EAA81}" type="presParOf" srcId="{0F849176-5F50-4600-9D42-D849DB0B2587}" destId="{0FF73389-48A8-4812-B037-77C50EC074C6}" srcOrd="3" destOrd="0" presId="urn:microsoft.com/office/officeart/2018/2/layout/IconVerticalSolidList"/>
    <dgm:cxn modelId="{81CF8B1C-46E2-4ED1-965D-BC120E8F0A6D}" type="presParOf" srcId="{0F849176-5F50-4600-9D42-D849DB0B2587}" destId="{2B9053E3-A409-4AAB-9A8B-F79CE6B0A194}" srcOrd="4" destOrd="0" presId="urn:microsoft.com/office/officeart/2018/2/layout/IconVerticalSolidList"/>
    <dgm:cxn modelId="{1454D6B1-E223-42A6-90A6-32BC9E49616A}" type="presParOf" srcId="{2B9053E3-A409-4AAB-9A8B-F79CE6B0A194}" destId="{ED2FC8D5-DDCA-4E85-B703-427FBD9E53EE}" srcOrd="0" destOrd="0" presId="urn:microsoft.com/office/officeart/2018/2/layout/IconVerticalSolidList"/>
    <dgm:cxn modelId="{DF93628F-4E01-4616-A11D-C316964E834B}" type="presParOf" srcId="{2B9053E3-A409-4AAB-9A8B-F79CE6B0A194}" destId="{61F72204-0F5A-45DF-95E3-EF10361CD63B}" srcOrd="1" destOrd="0" presId="urn:microsoft.com/office/officeart/2018/2/layout/IconVerticalSolidList"/>
    <dgm:cxn modelId="{D5A07498-CFAA-4793-ADED-1CBC8AA2D72D}" type="presParOf" srcId="{2B9053E3-A409-4AAB-9A8B-F79CE6B0A194}" destId="{C0CC2860-55F2-4A0A-9FAA-A38C2D3C46FC}" srcOrd="2" destOrd="0" presId="urn:microsoft.com/office/officeart/2018/2/layout/IconVerticalSolidList"/>
    <dgm:cxn modelId="{C7514B70-D677-4EC0-AEB0-B7DAD5652507}" type="presParOf" srcId="{2B9053E3-A409-4AAB-9A8B-F79CE6B0A194}" destId="{1312BE30-80B9-4305-BA47-C2D71B621B16}" srcOrd="3" destOrd="0" presId="urn:microsoft.com/office/officeart/2018/2/layout/IconVerticalSolidList"/>
    <dgm:cxn modelId="{81AD544E-5B4F-4495-9345-8B36C2D06A5E}" type="presParOf" srcId="{0F849176-5F50-4600-9D42-D849DB0B2587}" destId="{325B0FB3-15E2-4038-8280-02C117EC6EF6}" srcOrd="5" destOrd="0" presId="urn:microsoft.com/office/officeart/2018/2/layout/IconVerticalSolidList"/>
    <dgm:cxn modelId="{0EF7B258-0DD2-4063-BC17-2E0FD20BA9B7}" type="presParOf" srcId="{0F849176-5F50-4600-9D42-D849DB0B2587}" destId="{B76DC40C-44C5-4934-A487-B5D103C7259C}" srcOrd="6" destOrd="0" presId="urn:microsoft.com/office/officeart/2018/2/layout/IconVerticalSolidList"/>
    <dgm:cxn modelId="{FFB2F4F5-D353-492C-9F74-71798A2E225A}" type="presParOf" srcId="{B76DC40C-44C5-4934-A487-B5D103C7259C}" destId="{1E57F758-E573-4C59-8B4C-AC0EC59D30F0}" srcOrd="0" destOrd="0" presId="urn:microsoft.com/office/officeart/2018/2/layout/IconVerticalSolidList"/>
    <dgm:cxn modelId="{FA317CAB-A6B8-418E-AC8A-2092A477CD1D}" type="presParOf" srcId="{B76DC40C-44C5-4934-A487-B5D103C7259C}" destId="{D23C1D7E-DFC3-4B48-8395-9B5C8CE716A4}" srcOrd="1" destOrd="0" presId="urn:microsoft.com/office/officeart/2018/2/layout/IconVerticalSolidList"/>
    <dgm:cxn modelId="{B3BEB4C5-D0DF-4A49-8193-BD7315622BFB}" type="presParOf" srcId="{B76DC40C-44C5-4934-A487-B5D103C7259C}" destId="{02E23AD9-1779-4737-9F0A-3F8CB36A6EF5}" srcOrd="2" destOrd="0" presId="urn:microsoft.com/office/officeart/2018/2/layout/IconVerticalSolidList"/>
    <dgm:cxn modelId="{B11BB002-9128-409F-9D4F-79A6B474FE70}" type="presParOf" srcId="{B76DC40C-44C5-4934-A487-B5D103C7259C}" destId="{075FC985-D514-44A4-B43F-D05F869D05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0DA646-0436-4740-BEBF-23D94E81C05C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393990-EF33-44AD-BF68-91BF816D1A04}">
      <dgm:prSet/>
      <dgm:spPr/>
      <dgm:t>
        <a:bodyPr/>
        <a:lstStyle/>
        <a:p>
          <a:r>
            <a:rPr lang="en-IN"/>
            <a:t>Divvy Trips 2019 Q1 </a:t>
          </a:r>
          <a:endParaRPr lang="en-US"/>
        </a:p>
      </dgm:t>
    </dgm:pt>
    <dgm:pt modelId="{930FFDD7-1681-4C7C-811E-EB234386434C}" type="parTrans" cxnId="{FFC457EE-F32F-4676-83D3-11D9C0A4C57D}">
      <dgm:prSet/>
      <dgm:spPr/>
      <dgm:t>
        <a:bodyPr/>
        <a:lstStyle/>
        <a:p>
          <a:endParaRPr lang="en-US"/>
        </a:p>
      </dgm:t>
    </dgm:pt>
    <dgm:pt modelId="{7ACCB0E8-9980-4C30-B6A5-0DBFD581D75E}" type="sibTrans" cxnId="{FFC457EE-F32F-4676-83D3-11D9C0A4C57D}">
      <dgm:prSet/>
      <dgm:spPr/>
      <dgm:t>
        <a:bodyPr/>
        <a:lstStyle/>
        <a:p>
          <a:endParaRPr lang="en-US"/>
        </a:p>
      </dgm:t>
    </dgm:pt>
    <dgm:pt modelId="{7FDF13A0-0339-43B6-A323-E0FE7A4DFBAB}">
      <dgm:prSet/>
      <dgm:spPr/>
      <dgm:t>
        <a:bodyPr/>
        <a:lstStyle/>
        <a:p>
          <a:r>
            <a:rPr lang="en-IN"/>
            <a:t>Divvy Trips 2020 Q1 </a:t>
          </a:r>
          <a:endParaRPr lang="en-US"/>
        </a:p>
      </dgm:t>
    </dgm:pt>
    <dgm:pt modelId="{802E03E4-3501-4284-91BB-780A5363404E}" type="parTrans" cxnId="{6D8C43F1-5DE4-4A3B-AC9B-82F8DB608716}">
      <dgm:prSet/>
      <dgm:spPr/>
      <dgm:t>
        <a:bodyPr/>
        <a:lstStyle/>
        <a:p>
          <a:endParaRPr lang="en-US"/>
        </a:p>
      </dgm:t>
    </dgm:pt>
    <dgm:pt modelId="{F6B8B409-6A75-4D92-AACD-D93427FD17E6}" type="sibTrans" cxnId="{6D8C43F1-5DE4-4A3B-AC9B-82F8DB608716}">
      <dgm:prSet/>
      <dgm:spPr/>
      <dgm:t>
        <a:bodyPr/>
        <a:lstStyle/>
        <a:p>
          <a:endParaRPr lang="en-US"/>
        </a:p>
      </dgm:t>
    </dgm:pt>
    <dgm:pt modelId="{C9F85F9C-B1EC-45DA-B8C8-DB372B84C117}">
      <dgm:prSet/>
      <dgm:spPr/>
      <dgm:t>
        <a:bodyPr/>
        <a:lstStyle/>
        <a:p>
          <a:r>
            <a:rPr lang="en-IN" b="1"/>
            <a:t>Total Records:</a:t>
          </a:r>
          <a:r>
            <a:rPr lang="en-IN"/>
            <a:t> 791,000+</a:t>
          </a:r>
          <a:endParaRPr lang="en-US"/>
        </a:p>
      </dgm:t>
    </dgm:pt>
    <dgm:pt modelId="{B798F9D4-8BD7-4D03-91EB-FF9B70B4836B}" type="parTrans" cxnId="{7B5CBBB8-91B5-4A88-8862-42C5A08A5C97}">
      <dgm:prSet/>
      <dgm:spPr/>
      <dgm:t>
        <a:bodyPr/>
        <a:lstStyle/>
        <a:p>
          <a:endParaRPr lang="en-US"/>
        </a:p>
      </dgm:t>
    </dgm:pt>
    <dgm:pt modelId="{C6908CD9-E4FF-4BB9-9FFC-CB7DACF6EDE4}" type="sibTrans" cxnId="{7B5CBBB8-91B5-4A88-8862-42C5A08A5C97}">
      <dgm:prSet/>
      <dgm:spPr/>
      <dgm:t>
        <a:bodyPr/>
        <a:lstStyle/>
        <a:p>
          <a:endParaRPr lang="en-US"/>
        </a:p>
      </dgm:t>
    </dgm:pt>
    <dgm:pt modelId="{C6526151-A576-494F-80C4-69F397C90D68}">
      <dgm:prSet/>
      <dgm:spPr/>
      <dgm:t>
        <a:bodyPr/>
        <a:lstStyle/>
        <a:p>
          <a:r>
            <a:rPr lang="en-IN" b="1"/>
            <a:t>Data Includes:</a:t>
          </a:r>
          <a:endParaRPr lang="en-US"/>
        </a:p>
      </dgm:t>
    </dgm:pt>
    <dgm:pt modelId="{E53D9E32-E6E7-4A13-A67C-4BC745D983A9}" type="parTrans" cxnId="{676E6FFF-5528-4C4D-87DE-BF8DF95DCE12}">
      <dgm:prSet/>
      <dgm:spPr/>
      <dgm:t>
        <a:bodyPr/>
        <a:lstStyle/>
        <a:p>
          <a:endParaRPr lang="en-US"/>
        </a:p>
      </dgm:t>
    </dgm:pt>
    <dgm:pt modelId="{9882AD02-E87E-40E4-BE0D-EA23109AF0BA}" type="sibTrans" cxnId="{676E6FFF-5528-4C4D-87DE-BF8DF95DCE12}">
      <dgm:prSet/>
      <dgm:spPr/>
      <dgm:t>
        <a:bodyPr/>
        <a:lstStyle/>
        <a:p>
          <a:endParaRPr lang="en-US"/>
        </a:p>
      </dgm:t>
    </dgm:pt>
    <dgm:pt modelId="{84D0153A-7590-41EF-82A8-71064463E4D2}">
      <dgm:prSet/>
      <dgm:spPr/>
      <dgm:t>
        <a:bodyPr/>
        <a:lstStyle/>
        <a:p>
          <a:r>
            <a:rPr lang="en-IN" dirty="0"/>
            <a:t>	Ride timestamps </a:t>
          </a:r>
          <a:endParaRPr lang="en-US" dirty="0"/>
        </a:p>
      </dgm:t>
    </dgm:pt>
    <dgm:pt modelId="{97986089-06D9-457A-BD08-29C6F89062FD}" type="parTrans" cxnId="{60B4BCDD-33FF-4AE1-B3F1-BEDC8805F70B}">
      <dgm:prSet/>
      <dgm:spPr/>
      <dgm:t>
        <a:bodyPr/>
        <a:lstStyle/>
        <a:p>
          <a:endParaRPr lang="en-US"/>
        </a:p>
      </dgm:t>
    </dgm:pt>
    <dgm:pt modelId="{76D31DCB-84CC-4EF3-AE2B-B2A05F691DBD}" type="sibTrans" cxnId="{60B4BCDD-33FF-4AE1-B3F1-BEDC8805F70B}">
      <dgm:prSet/>
      <dgm:spPr/>
      <dgm:t>
        <a:bodyPr/>
        <a:lstStyle/>
        <a:p>
          <a:endParaRPr lang="en-US"/>
        </a:p>
      </dgm:t>
    </dgm:pt>
    <dgm:pt modelId="{9344DF00-E9FB-418B-AFC5-16A36E4531BC}">
      <dgm:prSet/>
      <dgm:spPr/>
      <dgm:t>
        <a:bodyPr/>
        <a:lstStyle/>
        <a:p>
          <a:r>
            <a:rPr lang="en-IN" dirty="0"/>
            <a:t>	Station information </a:t>
          </a:r>
          <a:endParaRPr lang="en-US" dirty="0"/>
        </a:p>
      </dgm:t>
    </dgm:pt>
    <dgm:pt modelId="{8AF887EB-41B8-42A6-968C-02D7D5CD7986}" type="parTrans" cxnId="{08DD9616-943D-453D-82DA-11EF58B8D656}">
      <dgm:prSet/>
      <dgm:spPr/>
      <dgm:t>
        <a:bodyPr/>
        <a:lstStyle/>
        <a:p>
          <a:endParaRPr lang="en-US"/>
        </a:p>
      </dgm:t>
    </dgm:pt>
    <dgm:pt modelId="{362846D9-4896-47A9-9C7E-BF9BAF164690}" type="sibTrans" cxnId="{08DD9616-943D-453D-82DA-11EF58B8D656}">
      <dgm:prSet/>
      <dgm:spPr/>
      <dgm:t>
        <a:bodyPr/>
        <a:lstStyle/>
        <a:p>
          <a:endParaRPr lang="en-US"/>
        </a:p>
      </dgm:t>
    </dgm:pt>
    <dgm:pt modelId="{0ACD271D-636C-4D5C-9201-831EAEA584F8}">
      <dgm:prSet/>
      <dgm:spPr/>
      <dgm:t>
        <a:bodyPr/>
        <a:lstStyle/>
        <a:p>
          <a:r>
            <a:rPr lang="en-IN" dirty="0"/>
            <a:t>	Ride duration </a:t>
          </a:r>
          <a:endParaRPr lang="en-US" dirty="0"/>
        </a:p>
      </dgm:t>
    </dgm:pt>
    <dgm:pt modelId="{FC90DA19-ADB3-422F-8312-24429B972EB0}" type="parTrans" cxnId="{A59BB996-AD58-4CDC-9C88-9CCB93965358}">
      <dgm:prSet/>
      <dgm:spPr/>
      <dgm:t>
        <a:bodyPr/>
        <a:lstStyle/>
        <a:p>
          <a:endParaRPr lang="en-US"/>
        </a:p>
      </dgm:t>
    </dgm:pt>
    <dgm:pt modelId="{47A49267-97D7-40E8-B49F-90BC66DF4E2D}" type="sibTrans" cxnId="{A59BB996-AD58-4CDC-9C88-9CCB93965358}">
      <dgm:prSet/>
      <dgm:spPr/>
      <dgm:t>
        <a:bodyPr/>
        <a:lstStyle/>
        <a:p>
          <a:endParaRPr lang="en-US"/>
        </a:p>
      </dgm:t>
    </dgm:pt>
    <dgm:pt modelId="{BFBA8332-AD61-41EA-BEFA-6F5F23A512BC}">
      <dgm:prSet/>
      <dgm:spPr/>
      <dgm:t>
        <a:bodyPr/>
        <a:lstStyle/>
        <a:p>
          <a:r>
            <a:rPr lang="en-IN" dirty="0"/>
            <a:t>	User type</a:t>
          </a:r>
          <a:endParaRPr lang="en-US" dirty="0"/>
        </a:p>
      </dgm:t>
    </dgm:pt>
    <dgm:pt modelId="{E364E1E7-BD4A-48CC-9E78-7FD9405AA11A}" type="parTrans" cxnId="{57EB45B3-4305-4505-B45C-11EB31A5FD9B}">
      <dgm:prSet/>
      <dgm:spPr/>
      <dgm:t>
        <a:bodyPr/>
        <a:lstStyle/>
        <a:p>
          <a:endParaRPr lang="en-US"/>
        </a:p>
      </dgm:t>
    </dgm:pt>
    <dgm:pt modelId="{609B3AF9-5A02-4A18-8A10-D0A5185E871A}" type="sibTrans" cxnId="{57EB45B3-4305-4505-B45C-11EB31A5FD9B}">
      <dgm:prSet/>
      <dgm:spPr/>
      <dgm:t>
        <a:bodyPr/>
        <a:lstStyle/>
        <a:p>
          <a:endParaRPr lang="en-US"/>
        </a:p>
      </dgm:t>
    </dgm:pt>
    <dgm:pt modelId="{86902FCD-BBC8-46FE-801E-069B996AC5E5}" type="pres">
      <dgm:prSet presAssocID="{2D0DA646-0436-4740-BEBF-23D94E81C05C}" presName="vert0" presStyleCnt="0">
        <dgm:presLayoutVars>
          <dgm:dir/>
          <dgm:animOne val="branch"/>
          <dgm:animLvl val="lvl"/>
        </dgm:presLayoutVars>
      </dgm:prSet>
      <dgm:spPr/>
    </dgm:pt>
    <dgm:pt modelId="{2A0B5143-2BD2-492B-9D7F-4F1EAC460BEF}" type="pres">
      <dgm:prSet presAssocID="{57393990-EF33-44AD-BF68-91BF816D1A04}" presName="thickLine" presStyleLbl="alignNode1" presStyleIdx="0" presStyleCnt="8"/>
      <dgm:spPr/>
    </dgm:pt>
    <dgm:pt modelId="{F1CC8014-F0D5-47E3-8DCF-021DD76C306F}" type="pres">
      <dgm:prSet presAssocID="{57393990-EF33-44AD-BF68-91BF816D1A04}" presName="horz1" presStyleCnt="0"/>
      <dgm:spPr/>
    </dgm:pt>
    <dgm:pt modelId="{75AA786E-E7C1-4B95-8756-73C3B4E031DA}" type="pres">
      <dgm:prSet presAssocID="{57393990-EF33-44AD-BF68-91BF816D1A04}" presName="tx1" presStyleLbl="revTx" presStyleIdx="0" presStyleCnt="8"/>
      <dgm:spPr/>
    </dgm:pt>
    <dgm:pt modelId="{2C4420D3-29D2-40D4-864C-ADEB036A2470}" type="pres">
      <dgm:prSet presAssocID="{57393990-EF33-44AD-BF68-91BF816D1A04}" presName="vert1" presStyleCnt="0"/>
      <dgm:spPr/>
    </dgm:pt>
    <dgm:pt modelId="{C12C594B-65C7-4B58-892E-DE6575D1C630}" type="pres">
      <dgm:prSet presAssocID="{7FDF13A0-0339-43B6-A323-E0FE7A4DFBAB}" presName="thickLine" presStyleLbl="alignNode1" presStyleIdx="1" presStyleCnt="8"/>
      <dgm:spPr/>
    </dgm:pt>
    <dgm:pt modelId="{CAF1A7A0-9F5A-476C-9951-FE9232483AEB}" type="pres">
      <dgm:prSet presAssocID="{7FDF13A0-0339-43B6-A323-E0FE7A4DFBAB}" presName="horz1" presStyleCnt="0"/>
      <dgm:spPr/>
    </dgm:pt>
    <dgm:pt modelId="{51ACD69B-298F-4A67-8C90-B6834B6D4D11}" type="pres">
      <dgm:prSet presAssocID="{7FDF13A0-0339-43B6-A323-E0FE7A4DFBAB}" presName="tx1" presStyleLbl="revTx" presStyleIdx="1" presStyleCnt="8"/>
      <dgm:spPr/>
    </dgm:pt>
    <dgm:pt modelId="{EBF63A66-4E53-484F-B566-ABF2D9D15B19}" type="pres">
      <dgm:prSet presAssocID="{7FDF13A0-0339-43B6-A323-E0FE7A4DFBAB}" presName="vert1" presStyleCnt="0"/>
      <dgm:spPr/>
    </dgm:pt>
    <dgm:pt modelId="{422430BF-90A6-45B6-8EC1-F8DB823619CD}" type="pres">
      <dgm:prSet presAssocID="{C9F85F9C-B1EC-45DA-B8C8-DB372B84C117}" presName="thickLine" presStyleLbl="alignNode1" presStyleIdx="2" presStyleCnt="8"/>
      <dgm:spPr/>
    </dgm:pt>
    <dgm:pt modelId="{F27A285C-AEC8-4FC0-9295-569041E72D45}" type="pres">
      <dgm:prSet presAssocID="{C9F85F9C-B1EC-45DA-B8C8-DB372B84C117}" presName="horz1" presStyleCnt="0"/>
      <dgm:spPr/>
    </dgm:pt>
    <dgm:pt modelId="{6EC2964E-0437-47F1-8C80-017D244302A1}" type="pres">
      <dgm:prSet presAssocID="{C9F85F9C-B1EC-45DA-B8C8-DB372B84C117}" presName="tx1" presStyleLbl="revTx" presStyleIdx="2" presStyleCnt="8"/>
      <dgm:spPr/>
    </dgm:pt>
    <dgm:pt modelId="{335E26E3-2C62-43ED-9124-4914CFB86790}" type="pres">
      <dgm:prSet presAssocID="{C9F85F9C-B1EC-45DA-B8C8-DB372B84C117}" presName="vert1" presStyleCnt="0"/>
      <dgm:spPr/>
    </dgm:pt>
    <dgm:pt modelId="{23CD47C3-BD03-49CB-87F0-39F715C8D5F4}" type="pres">
      <dgm:prSet presAssocID="{C6526151-A576-494F-80C4-69F397C90D68}" presName="thickLine" presStyleLbl="alignNode1" presStyleIdx="3" presStyleCnt="8"/>
      <dgm:spPr/>
    </dgm:pt>
    <dgm:pt modelId="{D83E3A7F-4EF5-4532-808B-2BEE12F90239}" type="pres">
      <dgm:prSet presAssocID="{C6526151-A576-494F-80C4-69F397C90D68}" presName="horz1" presStyleCnt="0"/>
      <dgm:spPr/>
    </dgm:pt>
    <dgm:pt modelId="{B6AFACCB-8E84-4061-9313-28DB4B2A0F5D}" type="pres">
      <dgm:prSet presAssocID="{C6526151-A576-494F-80C4-69F397C90D68}" presName="tx1" presStyleLbl="revTx" presStyleIdx="3" presStyleCnt="8"/>
      <dgm:spPr/>
    </dgm:pt>
    <dgm:pt modelId="{EC481074-2611-4D06-91CB-5BAD4FEC6855}" type="pres">
      <dgm:prSet presAssocID="{C6526151-A576-494F-80C4-69F397C90D68}" presName="vert1" presStyleCnt="0"/>
      <dgm:spPr/>
    </dgm:pt>
    <dgm:pt modelId="{7ADFD0FE-C599-4151-ACBA-B928F568D206}" type="pres">
      <dgm:prSet presAssocID="{84D0153A-7590-41EF-82A8-71064463E4D2}" presName="thickLine" presStyleLbl="alignNode1" presStyleIdx="4" presStyleCnt="8"/>
      <dgm:spPr/>
    </dgm:pt>
    <dgm:pt modelId="{3CB9CC68-D4B1-41A5-8158-241D0C5F2535}" type="pres">
      <dgm:prSet presAssocID="{84D0153A-7590-41EF-82A8-71064463E4D2}" presName="horz1" presStyleCnt="0"/>
      <dgm:spPr/>
    </dgm:pt>
    <dgm:pt modelId="{7FB1E4C0-F1CD-41EA-9A24-9E729A800667}" type="pres">
      <dgm:prSet presAssocID="{84D0153A-7590-41EF-82A8-71064463E4D2}" presName="tx1" presStyleLbl="revTx" presStyleIdx="4" presStyleCnt="8"/>
      <dgm:spPr/>
    </dgm:pt>
    <dgm:pt modelId="{B712FE6F-66AB-4A6D-BCA6-495FEA173807}" type="pres">
      <dgm:prSet presAssocID="{84D0153A-7590-41EF-82A8-71064463E4D2}" presName="vert1" presStyleCnt="0"/>
      <dgm:spPr/>
    </dgm:pt>
    <dgm:pt modelId="{F70860E5-4579-48E3-B496-6776EE7E383C}" type="pres">
      <dgm:prSet presAssocID="{9344DF00-E9FB-418B-AFC5-16A36E4531BC}" presName="thickLine" presStyleLbl="alignNode1" presStyleIdx="5" presStyleCnt="8"/>
      <dgm:spPr/>
    </dgm:pt>
    <dgm:pt modelId="{819045EB-991B-4B44-8E9C-087B90E005B9}" type="pres">
      <dgm:prSet presAssocID="{9344DF00-E9FB-418B-AFC5-16A36E4531BC}" presName="horz1" presStyleCnt="0"/>
      <dgm:spPr/>
    </dgm:pt>
    <dgm:pt modelId="{8D7E3DDA-2434-4A65-BFDE-5B5F7052D872}" type="pres">
      <dgm:prSet presAssocID="{9344DF00-E9FB-418B-AFC5-16A36E4531BC}" presName="tx1" presStyleLbl="revTx" presStyleIdx="5" presStyleCnt="8"/>
      <dgm:spPr/>
    </dgm:pt>
    <dgm:pt modelId="{BD930FA3-CDC4-4C4C-B1C5-51D2CC983A3B}" type="pres">
      <dgm:prSet presAssocID="{9344DF00-E9FB-418B-AFC5-16A36E4531BC}" presName="vert1" presStyleCnt="0"/>
      <dgm:spPr/>
    </dgm:pt>
    <dgm:pt modelId="{9F83C758-74E1-487A-88B7-1ADC43488861}" type="pres">
      <dgm:prSet presAssocID="{0ACD271D-636C-4D5C-9201-831EAEA584F8}" presName="thickLine" presStyleLbl="alignNode1" presStyleIdx="6" presStyleCnt="8"/>
      <dgm:spPr/>
    </dgm:pt>
    <dgm:pt modelId="{A801D474-7DEF-4FD9-A180-1E6F3DDE4989}" type="pres">
      <dgm:prSet presAssocID="{0ACD271D-636C-4D5C-9201-831EAEA584F8}" presName="horz1" presStyleCnt="0"/>
      <dgm:spPr/>
    </dgm:pt>
    <dgm:pt modelId="{6E8CFF66-253B-4A4B-B2DF-98EBA9664DC0}" type="pres">
      <dgm:prSet presAssocID="{0ACD271D-636C-4D5C-9201-831EAEA584F8}" presName="tx1" presStyleLbl="revTx" presStyleIdx="6" presStyleCnt="8"/>
      <dgm:spPr/>
    </dgm:pt>
    <dgm:pt modelId="{CDEEEF5F-EF4E-48EB-9839-8912A8672800}" type="pres">
      <dgm:prSet presAssocID="{0ACD271D-636C-4D5C-9201-831EAEA584F8}" presName="vert1" presStyleCnt="0"/>
      <dgm:spPr/>
    </dgm:pt>
    <dgm:pt modelId="{AF30B5EC-CE76-4B81-95E5-C28D78F41F47}" type="pres">
      <dgm:prSet presAssocID="{BFBA8332-AD61-41EA-BEFA-6F5F23A512BC}" presName="thickLine" presStyleLbl="alignNode1" presStyleIdx="7" presStyleCnt="8"/>
      <dgm:spPr/>
    </dgm:pt>
    <dgm:pt modelId="{09E7F906-B05C-453C-AA9C-B809A94415E9}" type="pres">
      <dgm:prSet presAssocID="{BFBA8332-AD61-41EA-BEFA-6F5F23A512BC}" presName="horz1" presStyleCnt="0"/>
      <dgm:spPr/>
    </dgm:pt>
    <dgm:pt modelId="{DE51FF0A-B9A0-4767-9D39-ACFC0C544441}" type="pres">
      <dgm:prSet presAssocID="{BFBA8332-AD61-41EA-BEFA-6F5F23A512BC}" presName="tx1" presStyleLbl="revTx" presStyleIdx="7" presStyleCnt="8"/>
      <dgm:spPr/>
    </dgm:pt>
    <dgm:pt modelId="{3194819F-868C-485E-8C6C-AE97278C686A}" type="pres">
      <dgm:prSet presAssocID="{BFBA8332-AD61-41EA-BEFA-6F5F23A512BC}" presName="vert1" presStyleCnt="0"/>
      <dgm:spPr/>
    </dgm:pt>
  </dgm:ptLst>
  <dgm:cxnLst>
    <dgm:cxn modelId="{C78CEB00-AD59-4E1C-97D8-49DF70D8FA81}" type="presOf" srcId="{C9F85F9C-B1EC-45DA-B8C8-DB372B84C117}" destId="{6EC2964E-0437-47F1-8C80-017D244302A1}" srcOrd="0" destOrd="0" presId="urn:microsoft.com/office/officeart/2008/layout/LinedList"/>
    <dgm:cxn modelId="{08DD9616-943D-453D-82DA-11EF58B8D656}" srcId="{2D0DA646-0436-4740-BEBF-23D94E81C05C}" destId="{9344DF00-E9FB-418B-AFC5-16A36E4531BC}" srcOrd="5" destOrd="0" parTransId="{8AF887EB-41B8-42A6-968C-02D7D5CD7986}" sibTransId="{362846D9-4896-47A9-9C7E-BF9BAF164690}"/>
    <dgm:cxn modelId="{B0E2001D-EA98-4C59-8E70-94DB7379D320}" type="presOf" srcId="{7FDF13A0-0339-43B6-A323-E0FE7A4DFBAB}" destId="{51ACD69B-298F-4A67-8C90-B6834B6D4D11}" srcOrd="0" destOrd="0" presId="urn:microsoft.com/office/officeart/2008/layout/LinedList"/>
    <dgm:cxn modelId="{3261FD32-051C-4617-B2E3-641F1DB57DCF}" type="presOf" srcId="{2D0DA646-0436-4740-BEBF-23D94E81C05C}" destId="{86902FCD-BBC8-46FE-801E-069B996AC5E5}" srcOrd="0" destOrd="0" presId="urn:microsoft.com/office/officeart/2008/layout/LinedList"/>
    <dgm:cxn modelId="{91C6E433-B3EF-4FC5-A97B-5FCE7194D165}" type="presOf" srcId="{9344DF00-E9FB-418B-AFC5-16A36E4531BC}" destId="{8D7E3DDA-2434-4A65-BFDE-5B5F7052D872}" srcOrd="0" destOrd="0" presId="urn:microsoft.com/office/officeart/2008/layout/LinedList"/>
    <dgm:cxn modelId="{35DDA565-CC7C-4C3A-A655-16F7DA7AC89A}" type="presOf" srcId="{57393990-EF33-44AD-BF68-91BF816D1A04}" destId="{75AA786E-E7C1-4B95-8756-73C3B4E031DA}" srcOrd="0" destOrd="0" presId="urn:microsoft.com/office/officeart/2008/layout/LinedList"/>
    <dgm:cxn modelId="{75508E79-EBC6-4E5C-A222-0FCCDC4E61DB}" type="presOf" srcId="{BFBA8332-AD61-41EA-BEFA-6F5F23A512BC}" destId="{DE51FF0A-B9A0-4767-9D39-ACFC0C544441}" srcOrd="0" destOrd="0" presId="urn:microsoft.com/office/officeart/2008/layout/LinedList"/>
    <dgm:cxn modelId="{3A1C9F89-C06E-4062-96F6-D7636061E917}" type="presOf" srcId="{84D0153A-7590-41EF-82A8-71064463E4D2}" destId="{7FB1E4C0-F1CD-41EA-9A24-9E729A800667}" srcOrd="0" destOrd="0" presId="urn:microsoft.com/office/officeart/2008/layout/LinedList"/>
    <dgm:cxn modelId="{79FC0296-D6A7-4D1A-B55C-4F8BE8E4CFF5}" type="presOf" srcId="{0ACD271D-636C-4D5C-9201-831EAEA584F8}" destId="{6E8CFF66-253B-4A4B-B2DF-98EBA9664DC0}" srcOrd="0" destOrd="0" presId="urn:microsoft.com/office/officeart/2008/layout/LinedList"/>
    <dgm:cxn modelId="{A59BB996-AD58-4CDC-9C88-9CCB93965358}" srcId="{2D0DA646-0436-4740-BEBF-23D94E81C05C}" destId="{0ACD271D-636C-4D5C-9201-831EAEA584F8}" srcOrd="6" destOrd="0" parTransId="{FC90DA19-ADB3-422F-8312-24429B972EB0}" sibTransId="{47A49267-97D7-40E8-B49F-90BC66DF4E2D}"/>
    <dgm:cxn modelId="{57EB45B3-4305-4505-B45C-11EB31A5FD9B}" srcId="{2D0DA646-0436-4740-BEBF-23D94E81C05C}" destId="{BFBA8332-AD61-41EA-BEFA-6F5F23A512BC}" srcOrd="7" destOrd="0" parTransId="{E364E1E7-BD4A-48CC-9E78-7FD9405AA11A}" sibTransId="{609B3AF9-5A02-4A18-8A10-D0A5185E871A}"/>
    <dgm:cxn modelId="{7B5CBBB8-91B5-4A88-8862-42C5A08A5C97}" srcId="{2D0DA646-0436-4740-BEBF-23D94E81C05C}" destId="{C9F85F9C-B1EC-45DA-B8C8-DB372B84C117}" srcOrd="2" destOrd="0" parTransId="{B798F9D4-8BD7-4D03-91EB-FF9B70B4836B}" sibTransId="{C6908CD9-E4FF-4BB9-9FFC-CB7DACF6EDE4}"/>
    <dgm:cxn modelId="{C1A0B9BF-98E6-40B2-A1A7-26FB55D93072}" type="presOf" srcId="{C6526151-A576-494F-80C4-69F397C90D68}" destId="{B6AFACCB-8E84-4061-9313-28DB4B2A0F5D}" srcOrd="0" destOrd="0" presId="urn:microsoft.com/office/officeart/2008/layout/LinedList"/>
    <dgm:cxn modelId="{60B4BCDD-33FF-4AE1-B3F1-BEDC8805F70B}" srcId="{2D0DA646-0436-4740-BEBF-23D94E81C05C}" destId="{84D0153A-7590-41EF-82A8-71064463E4D2}" srcOrd="4" destOrd="0" parTransId="{97986089-06D9-457A-BD08-29C6F89062FD}" sibTransId="{76D31DCB-84CC-4EF3-AE2B-B2A05F691DBD}"/>
    <dgm:cxn modelId="{FFC457EE-F32F-4676-83D3-11D9C0A4C57D}" srcId="{2D0DA646-0436-4740-BEBF-23D94E81C05C}" destId="{57393990-EF33-44AD-BF68-91BF816D1A04}" srcOrd="0" destOrd="0" parTransId="{930FFDD7-1681-4C7C-811E-EB234386434C}" sibTransId="{7ACCB0E8-9980-4C30-B6A5-0DBFD581D75E}"/>
    <dgm:cxn modelId="{6D8C43F1-5DE4-4A3B-AC9B-82F8DB608716}" srcId="{2D0DA646-0436-4740-BEBF-23D94E81C05C}" destId="{7FDF13A0-0339-43B6-A323-E0FE7A4DFBAB}" srcOrd="1" destOrd="0" parTransId="{802E03E4-3501-4284-91BB-780A5363404E}" sibTransId="{F6B8B409-6A75-4D92-AACD-D93427FD17E6}"/>
    <dgm:cxn modelId="{676E6FFF-5528-4C4D-87DE-BF8DF95DCE12}" srcId="{2D0DA646-0436-4740-BEBF-23D94E81C05C}" destId="{C6526151-A576-494F-80C4-69F397C90D68}" srcOrd="3" destOrd="0" parTransId="{E53D9E32-E6E7-4A13-A67C-4BC745D983A9}" sibTransId="{9882AD02-E87E-40E4-BE0D-EA23109AF0BA}"/>
    <dgm:cxn modelId="{7F784395-9B14-47A0-9FC9-C0ED0C82B2E4}" type="presParOf" srcId="{86902FCD-BBC8-46FE-801E-069B996AC5E5}" destId="{2A0B5143-2BD2-492B-9D7F-4F1EAC460BEF}" srcOrd="0" destOrd="0" presId="urn:microsoft.com/office/officeart/2008/layout/LinedList"/>
    <dgm:cxn modelId="{C36E84DB-5B9D-4135-ABEA-F3F1B4AAD706}" type="presParOf" srcId="{86902FCD-BBC8-46FE-801E-069B996AC5E5}" destId="{F1CC8014-F0D5-47E3-8DCF-021DD76C306F}" srcOrd="1" destOrd="0" presId="urn:microsoft.com/office/officeart/2008/layout/LinedList"/>
    <dgm:cxn modelId="{F2D62F28-E162-4CD1-8053-EB6C896E754D}" type="presParOf" srcId="{F1CC8014-F0D5-47E3-8DCF-021DD76C306F}" destId="{75AA786E-E7C1-4B95-8756-73C3B4E031DA}" srcOrd="0" destOrd="0" presId="urn:microsoft.com/office/officeart/2008/layout/LinedList"/>
    <dgm:cxn modelId="{8F0DB1DE-30AA-42A7-9EF9-3E7C27A2CF00}" type="presParOf" srcId="{F1CC8014-F0D5-47E3-8DCF-021DD76C306F}" destId="{2C4420D3-29D2-40D4-864C-ADEB036A2470}" srcOrd="1" destOrd="0" presId="urn:microsoft.com/office/officeart/2008/layout/LinedList"/>
    <dgm:cxn modelId="{8687F07C-3D27-47F3-B3E5-1CA9B8425460}" type="presParOf" srcId="{86902FCD-BBC8-46FE-801E-069B996AC5E5}" destId="{C12C594B-65C7-4B58-892E-DE6575D1C630}" srcOrd="2" destOrd="0" presId="urn:microsoft.com/office/officeart/2008/layout/LinedList"/>
    <dgm:cxn modelId="{35AB747E-1B7B-47D9-B988-737EAF2AECF7}" type="presParOf" srcId="{86902FCD-BBC8-46FE-801E-069B996AC5E5}" destId="{CAF1A7A0-9F5A-476C-9951-FE9232483AEB}" srcOrd="3" destOrd="0" presId="urn:microsoft.com/office/officeart/2008/layout/LinedList"/>
    <dgm:cxn modelId="{5F517A22-D201-488C-8FA3-3CED3107C319}" type="presParOf" srcId="{CAF1A7A0-9F5A-476C-9951-FE9232483AEB}" destId="{51ACD69B-298F-4A67-8C90-B6834B6D4D11}" srcOrd="0" destOrd="0" presId="urn:microsoft.com/office/officeart/2008/layout/LinedList"/>
    <dgm:cxn modelId="{556E2B70-C73E-42A4-936D-E58E15E59CA0}" type="presParOf" srcId="{CAF1A7A0-9F5A-476C-9951-FE9232483AEB}" destId="{EBF63A66-4E53-484F-B566-ABF2D9D15B19}" srcOrd="1" destOrd="0" presId="urn:microsoft.com/office/officeart/2008/layout/LinedList"/>
    <dgm:cxn modelId="{6A18FF3E-C1C9-4EFE-AB9E-EC0395E5125E}" type="presParOf" srcId="{86902FCD-BBC8-46FE-801E-069B996AC5E5}" destId="{422430BF-90A6-45B6-8EC1-F8DB823619CD}" srcOrd="4" destOrd="0" presId="urn:microsoft.com/office/officeart/2008/layout/LinedList"/>
    <dgm:cxn modelId="{51118C19-80E9-4192-BB23-7CB6F6F0C96C}" type="presParOf" srcId="{86902FCD-BBC8-46FE-801E-069B996AC5E5}" destId="{F27A285C-AEC8-4FC0-9295-569041E72D45}" srcOrd="5" destOrd="0" presId="urn:microsoft.com/office/officeart/2008/layout/LinedList"/>
    <dgm:cxn modelId="{71C7D5A9-330F-4637-B5EC-768C24403A67}" type="presParOf" srcId="{F27A285C-AEC8-4FC0-9295-569041E72D45}" destId="{6EC2964E-0437-47F1-8C80-017D244302A1}" srcOrd="0" destOrd="0" presId="urn:microsoft.com/office/officeart/2008/layout/LinedList"/>
    <dgm:cxn modelId="{2B0860C1-A7EF-4A34-A26F-51D11EA1532B}" type="presParOf" srcId="{F27A285C-AEC8-4FC0-9295-569041E72D45}" destId="{335E26E3-2C62-43ED-9124-4914CFB86790}" srcOrd="1" destOrd="0" presId="urn:microsoft.com/office/officeart/2008/layout/LinedList"/>
    <dgm:cxn modelId="{694207A7-F4EE-4681-BEEE-F25BD9E3D80E}" type="presParOf" srcId="{86902FCD-BBC8-46FE-801E-069B996AC5E5}" destId="{23CD47C3-BD03-49CB-87F0-39F715C8D5F4}" srcOrd="6" destOrd="0" presId="urn:microsoft.com/office/officeart/2008/layout/LinedList"/>
    <dgm:cxn modelId="{DA5E4A09-B12A-44B9-BA92-33B0802456CA}" type="presParOf" srcId="{86902FCD-BBC8-46FE-801E-069B996AC5E5}" destId="{D83E3A7F-4EF5-4532-808B-2BEE12F90239}" srcOrd="7" destOrd="0" presId="urn:microsoft.com/office/officeart/2008/layout/LinedList"/>
    <dgm:cxn modelId="{8DB28FCC-2E3C-4A06-9649-E9D89E7AD9B0}" type="presParOf" srcId="{D83E3A7F-4EF5-4532-808B-2BEE12F90239}" destId="{B6AFACCB-8E84-4061-9313-28DB4B2A0F5D}" srcOrd="0" destOrd="0" presId="urn:microsoft.com/office/officeart/2008/layout/LinedList"/>
    <dgm:cxn modelId="{C4CC76BC-2D49-4E3C-8C96-5FE751533047}" type="presParOf" srcId="{D83E3A7F-4EF5-4532-808B-2BEE12F90239}" destId="{EC481074-2611-4D06-91CB-5BAD4FEC6855}" srcOrd="1" destOrd="0" presId="urn:microsoft.com/office/officeart/2008/layout/LinedList"/>
    <dgm:cxn modelId="{FCA37BAA-1572-4A35-B5A5-74882837407C}" type="presParOf" srcId="{86902FCD-BBC8-46FE-801E-069B996AC5E5}" destId="{7ADFD0FE-C599-4151-ACBA-B928F568D206}" srcOrd="8" destOrd="0" presId="urn:microsoft.com/office/officeart/2008/layout/LinedList"/>
    <dgm:cxn modelId="{CFCE911D-C878-4667-A3DE-625A55C8B5F2}" type="presParOf" srcId="{86902FCD-BBC8-46FE-801E-069B996AC5E5}" destId="{3CB9CC68-D4B1-41A5-8158-241D0C5F2535}" srcOrd="9" destOrd="0" presId="urn:microsoft.com/office/officeart/2008/layout/LinedList"/>
    <dgm:cxn modelId="{FBDF6400-863F-45DB-8A39-FA1322B775FB}" type="presParOf" srcId="{3CB9CC68-D4B1-41A5-8158-241D0C5F2535}" destId="{7FB1E4C0-F1CD-41EA-9A24-9E729A800667}" srcOrd="0" destOrd="0" presId="urn:microsoft.com/office/officeart/2008/layout/LinedList"/>
    <dgm:cxn modelId="{F1C2ADDC-7BF9-499A-9140-A04C33D3EABD}" type="presParOf" srcId="{3CB9CC68-D4B1-41A5-8158-241D0C5F2535}" destId="{B712FE6F-66AB-4A6D-BCA6-495FEA173807}" srcOrd="1" destOrd="0" presId="urn:microsoft.com/office/officeart/2008/layout/LinedList"/>
    <dgm:cxn modelId="{172ABC7C-C247-496E-8D79-676829620C9A}" type="presParOf" srcId="{86902FCD-BBC8-46FE-801E-069B996AC5E5}" destId="{F70860E5-4579-48E3-B496-6776EE7E383C}" srcOrd="10" destOrd="0" presId="urn:microsoft.com/office/officeart/2008/layout/LinedList"/>
    <dgm:cxn modelId="{18F46DD4-C72B-4038-8485-AB2864900D4B}" type="presParOf" srcId="{86902FCD-BBC8-46FE-801E-069B996AC5E5}" destId="{819045EB-991B-4B44-8E9C-087B90E005B9}" srcOrd="11" destOrd="0" presId="urn:microsoft.com/office/officeart/2008/layout/LinedList"/>
    <dgm:cxn modelId="{AA965862-BFE3-43E2-A9D7-88834D2FD979}" type="presParOf" srcId="{819045EB-991B-4B44-8E9C-087B90E005B9}" destId="{8D7E3DDA-2434-4A65-BFDE-5B5F7052D872}" srcOrd="0" destOrd="0" presId="urn:microsoft.com/office/officeart/2008/layout/LinedList"/>
    <dgm:cxn modelId="{8AE6A414-8940-4F5B-8424-83D6175B4A39}" type="presParOf" srcId="{819045EB-991B-4B44-8E9C-087B90E005B9}" destId="{BD930FA3-CDC4-4C4C-B1C5-51D2CC983A3B}" srcOrd="1" destOrd="0" presId="urn:microsoft.com/office/officeart/2008/layout/LinedList"/>
    <dgm:cxn modelId="{7101DFA4-2C20-47C1-B782-A6E95DEF0601}" type="presParOf" srcId="{86902FCD-BBC8-46FE-801E-069B996AC5E5}" destId="{9F83C758-74E1-487A-88B7-1ADC43488861}" srcOrd="12" destOrd="0" presId="urn:microsoft.com/office/officeart/2008/layout/LinedList"/>
    <dgm:cxn modelId="{AFD42887-12FB-4956-8CC8-F7765FA6478A}" type="presParOf" srcId="{86902FCD-BBC8-46FE-801E-069B996AC5E5}" destId="{A801D474-7DEF-4FD9-A180-1E6F3DDE4989}" srcOrd="13" destOrd="0" presId="urn:microsoft.com/office/officeart/2008/layout/LinedList"/>
    <dgm:cxn modelId="{B1CED8C2-8942-4412-8BF3-E0BEB1FEC447}" type="presParOf" srcId="{A801D474-7DEF-4FD9-A180-1E6F3DDE4989}" destId="{6E8CFF66-253B-4A4B-B2DF-98EBA9664DC0}" srcOrd="0" destOrd="0" presId="urn:microsoft.com/office/officeart/2008/layout/LinedList"/>
    <dgm:cxn modelId="{B3989FB0-9FCB-4A91-872B-CFA82FF9DE70}" type="presParOf" srcId="{A801D474-7DEF-4FD9-A180-1E6F3DDE4989}" destId="{CDEEEF5F-EF4E-48EB-9839-8912A8672800}" srcOrd="1" destOrd="0" presId="urn:microsoft.com/office/officeart/2008/layout/LinedList"/>
    <dgm:cxn modelId="{11118CE3-D189-4C85-BCBB-F47B059F00B5}" type="presParOf" srcId="{86902FCD-BBC8-46FE-801E-069B996AC5E5}" destId="{AF30B5EC-CE76-4B81-95E5-C28D78F41F47}" srcOrd="14" destOrd="0" presId="urn:microsoft.com/office/officeart/2008/layout/LinedList"/>
    <dgm:cxn modelId="{982302DB-E255-497D-972B-7E15FD0CC3C2}" type="presParOf" srcId="{86902FCD-BBC8-46FE-801E-069B996AC5E5}" destId="{09E7F906-B05C-453C-AA9C-B809A94415E9}" srcOrd="15" destOrd="0" presId="urn:microsoft.com/office/officeart/2008/layout/LinedList"/>
    <dgm:cxn modelId="{1C4A9A72-5F06-490F-B8AF-A93D74B6FA84}" type="presParOf" srcId="{09E7F906-B05C-453C-AA9C-B809A94415E9}" destId="{DE51FF0A-B9A0-4767-9D39-ACFC0C544441}" srcOrd="0" destOrd="0" presId="urn:microsoft.com/office/officeart/2008/layout/LinedList"/>
    <dgm:cxn modelId="{18E6AD27-56AA-4CC3-89B8-CC83D6A35D8A}" type="presParOf" srcId="{09E7F906-B05C-453C-AA9C-B809A94415E9}" destId="{3194819F-868C-485E-8C6C-AE97278C686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E4A475-24DF-4674-9BCE-26D9261C24A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0893A4-A7C4-4F41-9888-63F0D88B56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New variables created:</a:t>
          </a:r>
        </a:p>
      </dgm:t>
    </dgm:pt>
    <dgm:pt modelId="{8990A7D9-3ED4-42EE-B65A-68C9720F9750}" type="parTrans" cxnId="{3800CA4E-BCB2-4AB3-996A-434D1FC38116}">
      <dgm:prSet/>
      <dgm:spPr/>
      <dgm:t>
        <a:bodyPr/>
        <a:lstStyle/>
        <a:p>
          <a:endParaRPr lang="en-US"/>
        </a:p>
      </dgm:t>
    </dgm:pt>
    <dgm:pt modelId="{49131019-10E2-420E-8658-DA9A96385FB8}" type="sibTrans" cxnId="{3800CA4E-BCB2-4AB3-996A-434D1FC38116}">
      <dgm:prSet/>
      <dgm:spPr/>
      <dgm:t>
        <a:bodyPr/>
        <a:lstStyle/>
        <a:p>
          <a:endParaRPr lang="en-US"/>
        </a:p>
      </dgm:t>
    </dgm:pt>
    <dgm:pt modelId="{1D2544BD-709B-4E30-922A-C9343A478B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day_of_week </a:t>
          </a:r>
        </a:p>
      </dgm:t>
    </dgm:pt>
    <dgm:pt modelId="{F3378E99-9661-4E69-9A55-71150A377E06}" type="parTrans" cxnId="{A2C550B9-2A8F-4C49-9179-FC15608E2259}">
      <dgm:prSet/>
      <dgm:spPr/>
      <dgm:t>
        <a:bodyPr/>
        <a:lstStyle/>
        <a:p>
          <a:endParaRPr lang="en-US"/>
        </a:p>
      </dgm:t>
    </dgm:pt>
    <dgm:pt modelId="{FB2CEF2A-9FBD-4E60-9E05-0973E57D24B5}" type="sibTrans" cxnId="{A2C550B9-2A8F-4C49-9179-FC15608E2259}">
      <dgm:prSet/>
      <dgm:spPr/>
      <dgm:t>
        <a:bodyPr/>
        <a:lstStyle/>
        <a:p>
          <a:endParaRPr lang="en-US"/>
        </a:p>
      </dgm:t>
    </dgm:pt>
    <dgm:pt modelId="{DA0F7B64-2F17-4C49-9854-E77790D553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hour </a:t>
          </a:r>
        </a:p>
      </dgm:t>
    </dgm:pt>
    <dgm:pt modelId="{C061125B-1C0F-457F-A798-E959C274E9B6}" type="parTrans" cxnId="{2A78B9CF-CE74-44B0-953E-6C54F8F3DCCF}">
      <dgm:prSet/>
      <dgm:spPr/>
      <dgm:t>
        <a:bodyPr/>
        <a:lstStyle/>
        <a:p>
          <a:endParaRPr lang="en-US"/>
        </a:p>
      </dgm:t>
    </dgm:pt>
    <dgm:pt modelId="{F488E493-1B48-45DE-8129-283ADD99C4D3}" type="sibTrans" cxnId="{2A78B9CF-CE74-44B0-953E-6C54F8F3DCCF}">
      <dgm:prSet/>
      <dgm:spPr/>
      <dgm:t>
        <a:bodyPr/>
        <a:lstStyle/>
        <a:p>
          <a:endParaRPr lang="en-US"/>
        </a:p>
      </dgm:t>
    </dgm:pt>
    <dgm:pt modelId="{968D8194-43C5-4790-BFBF-F7A606EA12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time_period (Morning, Afternoon, Evening, Night) </a:t>
          </a:r>
        </a:p>
      </dgm:t>
    </dgm:pt>
    <dgm:pt modelId="{C4BD39DD-6D8C-4BEF-8E22-F9273935900C}" type="parTrans" cxnId="{8FE73F01-9A70-42A1-8866-D00178ECB270}">
      <dgm:prSet/>
      <dgm:spPr/>
      <dgm:t>
        <a:bodyPr/>
        <a:lstStyle/>
        <a:p>
          <a:endParaRPr lang="en-US"/>
        </a:p>
      </dgm:t>
    </dgm:pt>
    <dgm:pt modelId="{D4468A60-DFD0-42B4-A388-2572FE59E4E1}" type="sibTrans" cxnId="{8FE73F01-9A70-42A1-8866-D00178ECB270}">
      <dgm:prSet/>
      <dgm:spPr/>
      <dgm:t>
        <a:bodyPr/>
        <a:lstStyle/>
        <a:p>
          <a:endParaRPr lang="en-US"/>
        </a:p>
      </dgm:t>
    </dgm:pt>
    <dgm:pt modelId="{68C48D13-7781-430D-BF2C-946129BA82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ride_category (Short, Medium, Long) </a:t>
          </a:r>
        </a:p>
      </dgm:t>
    </dgm:pt>
    <dgm:pt modelId="{E08EE6E6-13ED-461D-8F72-55B114301642}" type="parTrans" cxnId="{82EFF5B2-213F-4B49-9AF7-FCC1761CBD2E}">
      <dgm:prSet/>
      <dgm:spPr/>
      <dgm:t>
        <a:bodyPr/>
        <a:lstStyle/>
        <a:p>
          <a:endParaRPr lang="en-US"/>
        </a:p>
      </dgm:t>
    </dgm:pt>
    <dgm:pt modelId="{BDFFC118-EBAF-4A9A-947A-46AC14E7B7D9}" type="sibTrans" cxnId="{82EFF5B2-213F-4B49-9AF7-FCC1761CBD2E}">
      <dgm:prSet/>
      <dgm:spPr/>
      <dgm:t>
        <a:bodyPr/>
        <a:lstStyle/>
        <a:p>
          <a:endParaRPr lang="en-US"/>
        </a:p>
      </dgm:t>
    </dgm:pt>
    <dgm:pt modelId="{E28E0D43-F1AC-4B8A-BE76-70B52B4C6E6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These features enabled deeper behavioural analysis.</a:t>
          </a:r>
        </a:p>
      </dgm:t>
    </dgm:pt>
    <dgm:pt modelId="{1A5A54E8-7638-40A4-A024-56A0C4011926}" type="parTrans" cxnId="{F04ECF50-2AF2-44B4-BBF2-392C634E6FDD}">
      <dgm:prSet/>
      <dgm:spPr/>
      <dgm:t>
        <a:bodyPr/>
        <a:lstStyle/>
        <a:p>
          <a:endParaRPr lang="en-US"/>
        </a:p>
      </dgm:t>
    </dgm:pt>
    <dgm:pt modelId="{51BB57F3-AB08-4C05-B307-269D32943434}" type="sibTrans" cxnId="{F04ECF50-2AF2-44B4-BBF2-392C634E6FDD}">
      <dgm:prSet/>
      <dgm:spPr/>
      <dgm:t>
        <a:bodyPr/>
        <a:lstStyle/>
        <a:p>
          <a:endParaRPr lang="en-US"/>
        </a:p>
      </dgm:t>
    </dgm:pt>
    <dgm:pt modelId="{059512A1-ED52-4A6A-B5B9-0C09CA95D057}" type="pres">
      <dgm:prSet presAssocID="{4BE4A475-24DF-4674-9BCE-26D9261C24A7}" presName="root" presStyleCnt="0">
        <dgm:presLayoutVars>
          <dgm:dir/>
          <dgm:resizeHandles val="exact"/>
        </dgm:presLayoutVars>
      </dgm:prSet>
      <dgm:spPr/>
    </dgm:pt>
    <dgm:pt modelId="{B588F652-FDF0-4B6D-A59D-F7D234EDACBF}" type="pres">
      <dgm:prSet presAssocID="{970893A4-A7C4-4F41-9888-63F0D88B5643}" presName="compNode" presStyleCnt="0"/>
      <dgm:spPr/>
    </dgm:pt>
    <dgm:pt modelId="{9C3B8696-E7DF-4015-B3AE-A027BB875CA1}" type="pres">
      <dgm:prSet presAssocID="{970893A4-A7C4-4F41-9888-63F0D88B564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853BCF06-ACE6-4A38-A770-7A3E1F11FCBC}" type="pres">
      <dgm:prSet presAssocID="{970893A4-A7C4-4F41-9888-63F0D88B5643}" presName="iconSpace" presStyleCnt="0"/>
      <dgm:spPr/>
    </dgm:pt>
    <dgm:pt modelId="{19BE891F-BF77-44B6-B64F-3C5CC9764ADA}" type="pres">
      <dgm:prSet presAssocID="{970893A4-A7C4-4F41-9888-63F0D88B5643}" presName="parTx" presStyleLbl="revTx" presStyleIdx="0" presStyleCnt="4">
        <dgm:presLayoutVars>
          <dgm:chMax val="0"/>
          <dgm:chPref val="0"/>
        </dgm:presLayoutVars>
      </dgm:prSet>
      <dgm:spPr/>
    </dgm:pt>
    <dgm:pt modelId="{5CF878F9-7889-49E3-BFA9-672A36823D5A}" type="pres">
      <dgm:prSet presAssocID="{970893A4-A7C4-4F41-9888-63F0D88B5643}" presName="txSpace" presStyleCnt="0"/>
      <dgm:spPr/>
    </dgm:pt>
    <dgm:pt modelId="{F942B564-37BB-49FC-AF5B-6E3420BA3492}" type="pres">
      <dgm:prSet presAssocID="{970893A4-A7C4-4F41-9888-63F0D88B5643}" presName="desTx" presStyleLbl="revTx" presStyleIdx="1" presStyleCnt="4">
        <dgm:presLayoutVars/>
      </dgm:prSet>
      <dgm:spPr/>
    </dgm:pt>
    <dgm:pt modelId="{F332EC2C-E334-46D3-93ED-3B79B9A7C7D7}" type="pres">
      <dgm:prSet presAssocID="{49131019-10E2-420E-8658-DA9A96385FB8}" presName="sibTrans" presStyleCnt="0"/>
      <dgm:spPr/>
    </dgm:pt>
    <dgm:pt modelId="{F47B179D-E0F3-41D3-81D2-C1E7280185D1}" type="pres">
      <dgm:prSet presAssocID="{E28E0D43-F1AC-4B8A-BE76-70B52B4C6E62}" presName="compNode" presStyleCnt="0"/>
      <dgm:spPr/>
    </dgm:pt>
    <dgm:pt modelId="{FBEB0895-A008-4693-9082-89A86191121C}" type="pres">
      <dgm:prSet presAssocID="{E28E0D43-F1AC-4B8A-BE76-70B52B4C6E6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4927E81-2D4A-49C3-B589-30A088D9F193}" type="pres">
      <dgm:prSet presAssocID="{E28E0D43-F1AC-4B8A-BE76-70B52B4C6E62}" presName="iconSpace" presStyleCnt="0"/>
      <dgm:spPr/>
    </dgm:pt>
    <dgm:pt modelId="{57262AA3-6B10-4EB6-AD74-E5A718E85769}" type="pres">
      <dgm:prSet presAssocID="{E28E0D43-F1AC-4B8A-BE76-70B52B4C6E62}" presName="parTx" presStyleLbl="revTx" presStyleIdx="2" presStyleCnt="4">
        <dgm:presLayoutVars>
          <dgm:chMax val="0"/>
          <dgm:chPref val="0"/>
        </dgm:presLayoutVars>
      </dgm:prSet>
      <dgm:spPr/>
    </dgm:pt>
    <dgm:pt modelId="{73385ECA-F084-4BDA-A07D-502041B85DAF}" type="pres">
      <dgm:prSet presAssocID="{E28E0D43-F1AC-4B8A-BE76-70B52B4C6E62}" presName="txSpace" presStyleCnt="0"/>
      <dgm:spPr/>
    </dgm:pt>
    <dgm:pt modelId="{B1D442D9-884F-4D61-B519-FF56E3A37344}" type="pres">
      <dgm:prSet presAssocID="{E28E0D43-F1AC-4B8A-BE76-70B52B4C6E62}" presName="desTx" presStyleLbl="revTx" presStyleIdx="3" presStyleCnt="4">
        <dgm:presLayoutVars/>
      </dgm:prSet>
      <dgm:spPr/>
    </dgm:pt>
  </dgm:ptLst>
  <dgm:cxnLst>
    <dgm:cxn modelId="{8FE73F01-9A70-42A1-8866-D00178ECB270}" srcId="{970893A4-A7C4-4F41-9888-63F0D88B5643}" destId="{968D8194-43C5-4790-BFBF-F7A606EA12E4}" srcOrd="2" destOrd="0" parTransId="{C4BD39DD-6D8C-4BEF-8E22-F9273935900C}" sibTransId="{D4468A60-DFD0-42B4-A388-2572FE59E4E1}"/>
    <dgm:cxn modelId="{34D9C122-D71D-4A98-BC1F-563A107C2A37}" type="presOf" srcId="{968D8194-43C5-4790-BFBF-F7A606EA12E4}" destId="{F942B564-37BB-49FC-AF5B-6E3420BA3492}" srcOrd="0" destOrd="2" presId="urn:microsoft.com/office/officeart/2018/2/layout/IconLabelDescriptionList"/>
    <dgm:cxn modelId="{6998223A-89AE-4D6B-AC43-F59CA3BFB6FE}" type="presOf" srcId="{E28E0D43-F1AC-4B8A-BE76-70B52B4C6E62}" destId="{57262AA3-6B10-4EB6-AD74-E5A718E85769}" srcOrd="0" destOrd="0" presId="urn:microsoft.com/office/officeart/2018/2/layout/IconLabelDescriptionList"/>
    <dgm:cxn modelId="{3800CA4E-BCB2-4AB3-996A-434D1FC38116}" srcId="{4BE4A475-24DF-4674-9BCE-26D9261C24A7}" destId="{970893A4-A7C4-4F41-9888-63F0D88B5643}" srcOrd="0" destOrd="0" parTransId="{8990A7D9-3ED4-42EE-B65A-68C9720F9750}" sibTransId="{49131019-10E2-420E-8658-DA9A96385FB8}"/>
    <dgm:cxn modelId="{F04ECF50-2AF2-44B4-BBF2-392C634E6FDD}" srcId="{4BE4A475-24DF-4674-9BCE-26D9261C24A7}" destId="{E28E0D43-F1AC-4B8A-BE76-70B52B4C6E62}" srcOrd="1" destOrd="0" parTransId="{1A5A54E8-7638-40A4-A024-56A0C4011926}" sibTransId="{51BB57F3-AB08-4C05-B307-269D32943434}"/>
    <dgm:cxn modelId="{8B2EF388-444D-47D6-9951-6DDECEA98905}" type="presOf" srcId="{68C48D13-7781-430D-BF2C-946129BA82B0}" destId="{F942B564-37BB-49FC-AF5B-6E3420BA3492}" srcOrd="0" destOrd="3" presId="urn:microsoft.com/office/officeart/2018/2/layout/IconLabelDescriptionList"/>
    <dgm:cxn modelId="{B9BE8A92-13A5-435C-AB54-3685ACE04637}" type="presOf" srcId="{DA0F7B64-2F17-4C49-9854-E77790D55331}" destId="{F942B564-37BB-49FC-AF5B-6E3420BA3492}" srcOrd="0" destOrd="1" presId="urn:microsoft.com/office/officeart/2018/2/layout/IconLabelDescriptionList"/>
    <dgm:cxn modelId="{4D2B5CB1-9F16-4410-B879-C121D956B9CB}" type="presOf" srcId="{4BE4A475-24DF-4674-9BCE-26D9261C24A7}" destId="{059512A1-ED52-4A6A-B5B9-0C09CA95D057}" srcOrd="0" destOrd="0" presId="urn:microsoft.com/office/officeart/2018/2/layout/IconLabelDescriptionList"/>
    <dgm:cxn modelId="{82EFF5B2-213F-4B49-9AF7-FCC1761CBD2E}" srcId="{970893A4-A7C4-4F41-9888-63F0D88B5643}" destId="{68C48D13-7781-430D-BF2C-946129BA82B0}" srcOrd="3" destOrd="0" parTransId="{E08EE6E6-13ED-461D-8F72-55B114301642}" sibTransId="{BDFFC118-EBAF-4A9A-947A-46AC14E7B7D9}"/>
    <dgm:cxn modelId="{A2C550B9-2A8F-4C49-9179-FC15608E2259}" srcId="{970893A4-A7C4-4F41-9888-63F0D88B5643}" destId="{1D2544BD-709B-4E30-922A-C9343A478B59}" srcOrd="0" destOrd="0" parTransId="{F3378E99-9661-4E69-9A55-71150A377E06}" sibTransId="{FB2CEF2A-9FBD-4E60-9E05-0973E57D24B5}"/>
    <dgm:cxn modelId="{4E4252CF-86FD-4AE6-9206-CFF950AAA734}" type="presOf" srcId="{970893A4-A7C4-4F41-9888-63F0D88B5643}" destId="{19BE891F-BF77-44B6-B64F-3C5CC9764ADA}" srcOrd="0" destOrd="0" presId="urn:microsoft.com/office/officeart/2018/2/layout/IconLabelDescriptionList"/>
    <dgm:cxn modelId="{2A78B9CF-CE74-44B0-953E-6C54F8F3DCCF}" srcId="{970893A4-A7C4-4F41-9888-63F0D88B5643}" destId="{DA0F7B64-2F17-4C49-9854-E77790D55331}" srcOrd="1" destOrd="0" parTransId="{C061125B-1C0F-457F-A798-E959C274E9B6}" sibTransId="{F488E493-1B48-45DE-8129-283ADD99C4D3}"/>
    <dgm:cxn modelId="{385860DC-9B73-43EE-86A5-22A210936741}" type="presOf" srcId="{1D2544BD-709B-4E30-922A-C9343A478B59}" destId="{F942B564-37BB-49FC-AF5B-6E3420BA3492}" srcOrd="0" destOrd="0" presId="urn:microsoft.com/office/officeart/2018/2/layout/IconLabelDescriptionList"/>
    <dgm:cxn modelId="{4315D02B-B773-43AC-B133-C355252D2F52}" type="presParOf" srcId="{059512A1-ED52-4A6A-B5B9-0C09CA95D057}" destId="{B588F652-FDF0-4B6D-A59D-F7D234EDACBF}" srcOrd="0" destOrd="0" presId="urn:microsoft.com/office/officeart/2018/2/layout/IconLabelDescriptionList"/>
    <dgm:cxn modelId="{95A275C7-D20B-48CD-8525-EF34E14CC802}" type="presParOf" srcId="{B588F652-FDF0-4B6D-A59D-F7D234EDACBF}" destId="{9C3B8696-E7DF-4015-B3AE-A027BB875CA1}" srcOrd="0" destOrd="0" presId="urn:microsoft.com/office/officeart/2018/2/layout/IconLabelDescriptionList"/>
    <dgm:cxn modelId="{2697F878-05C9-4D4D-8DA1-E24BDAE1EEE9}" type="presParOf" srcId="{B588F652-FDF0-4B6D-A59D-F7D234EDACBF}" destId="{853BCF06-ACE6-4A38-A770-7A3E1F11FCBC}" srcOrd="1" destOrd="0" presId="urn:microsoft.com/office/officeart/2018/2/layout/IconLabelDescriptionList"/>
    <dgm:cxn modelId="{841272D8-1C59-4A25-ADB8-2FA388221D3E}" type="presParOf" srcId="{B588F652-FDF0-4B6D-A59D-F7D234EDACBF}" destId="{19BE891F-BF77-44B6-B64F-3C5CC9764ADA}" srcOrd="2" destOrd="0" presId="urn:microsoft.com/office/officeart/2018/2/layout/IconLabelDescriptionList"/>
    <dgm:cxn modelId="{7237907E-2CAF-478A-9491-CE48419461BA}" type="presParOf" srcId="{B588F652-FDF0-4B6D-A59D-F7D234EDACBF}" destId="{5CF878F9-7889-49E3-BFA9-672A36823D5A}" srcOrd="3" destOrd="0" presId="urn:microsoft.com/office/officeart/2018/2/layout/IconLabelDescriptionList"/>
    <dgm:cxn modelId="{C3C272E6-B090-44E7-8110-32D832C99B04}" type="presParOf" srcId="{B588F652-FDF0-4B6D-A59D-F7D234EDACBF}" destId="{F942B564-37BB-49FC-AF5B-6E3420BA3492}" srcOrd="4" destOrd="0" presId="urn:microsoft.com/office/officeart/2018/2/layout/IconLabelDescriptionList"/>
    <dgm:cxn modelId="{A146391E-CFB9-4A60-ACFB-04384273AE0F}" type="presParOf" srcId="{059512A1-ED52-4A6A-B5B9-0C09CA95D057}" destId="{F332EC2C-E334-46D3-93ED-3B79B9A7C7D7}" srcOrd="1" destOrd="0" presId="urn:microsoft.com/office/officeart/2018/2/layout/IconLabelDescriptionList"/>
    <dgm:cxn modelId="{8B5BDD6D-D52D-4960-8C58-27D141A03A0E}" type="presParOf" srcId="{059512A1-ED52-4A6A-B5B9-0C09CA95D057}" destId="{F47B179D-E0F3-41D3-81D2-C1E7280185D1}" srcOrd="2" destOrd="0" presId="urn:microsoft.com/office/officeart/2018/2/layout/IconLabelDescriptionList"/>
    <dgm:cxn modelId="{14FD7F85-3B29-46BB-8B47-4DF592856A93}" type="presParOf" srcId="{F47B179D-E0F3-41D3-81D2-C1E7280185D1}" destId="{FBEB0895-A008-4693-9082-89A86191121C}" srcOrd="0" destOrd="0" presId="urn:microsoft.com/office/officeart/2018/2/layout/IconLabelDescriptionList"/>
    <dgm:cxn modelId="{46107953-21EE-4BA1-A38D-24B1186D88EC}" type="presParOf" srcId="{F47B179D-E0F3-41D3-81D2-C1E7280185D1}" destId="{84927E81-2D4A-49C3-B589-30A088D9F193}" srcOrd="1" destOrd="0" presId="urn:microsoft.com/office/officeart/2018/2/layout/IconLabelDescriptionList"/>
    <dgm:cxn modelId="{DAB9D391-5041-45A6-8A46-392DF89C71D6}" type="presParOf" srcId="{F47B179D-E0F3-41D3-81D2-C1E7280185D1}" destId="{57262AA3-6B10-4EB6-AD74-E5A718E85769}" srcOrd="2" destOrd="0" presId="urn:microsoft.com/office/officeart/2018/2/layout/IconLabelDescriptionList"/>
    <dgm:cxn modelId="{31161980-EAC7-4E26-A438-59F272B48C27}" type="presParOf" srcId="{F47B179D-E0F3-41D3-81D2-C1E7280185D1}" destId="{73385ECA-F084-4BDA-A07D-502041B85DAF}" srcOrd="3" destOrd="0" presId="urn:microsoft.com/office/officeart/2018/2/layout/IconLabelDescriptionList"/>
    <dgm:cxn modelId="{B6D1B6BF-0844-40DC-B4E3-10D14CF65825}" type="presParOf" srcId="{F47B179D-E0F3-41D3-81D2-C1E7280185D1}" destId="{B1D442D9-884F-4D61-B519-FF56E3A3734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5CAE4E-35D1-4D1B-8345-580B3E4F11A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A98D0C-E50F-42C0-B295-818B3D73A423}">
      <dgm:prSet/>
      <dgm:spPr/>
      <dgm:t>
        <a:bodyPr/>
        <a:lstStyle/>
        <a:p>
          <a:r>
            <a:rPr lang="en-US"/>
            <a:t>Original categories included:</a:t>
          </a:r>
        </a:p>
      </dgm:t>
    </dgm:pt>
    <dgm:pt modelId="{7026FE49-E1D8-4E66-AA4B-11DFCCF45A3F}" type="parTrans" cxnId="{D99DC4B1-354E-42C7-837E-1C7B9A8D1D72}">
      <dgm:prSet/>
      <dgm:spPr/>
      <dgm:t>
        <a:bodyPr/>
        <a:lstStyle/>
        <a:p>
          <a:endParaRPr lang="en-US"/>
        </a:p>
      </dgm:t>
    </dgm:pt>
    <dgm:pt modelId="{F89396F8-FEB6-4A6F-A461-02C3F259670D}" type="sibTrans" cxnId="{D99DC4B1-354E-42C7-837E-1C7B9A8D1D72}">
      <dgm:prSet/>
      <dgm:spPr/>
      <dgm:t>
        <a:bodyPr/>
        <a:lstStyle/>
        <a:p>
          <a:endParaRPr lang="en-US"/>
        </a:p>
      </dgm:t>
    </dgm:pt>
    <dgm:pt modelId="{2EE1109B-FD3A-4D04-839F-F130C0812096}">
      <dgm:prSet/>
      <dgm:spPr/>
      <dgm:t>
        <a:bodyPr/>
        <a:lstStyle/>
        <a:p>
          <a:r>
            <a:rPr lang="en-US"/>
            <a:t>Subscriber </a:t>
          </a:r>
        </a:p>
      </dgm:t>
    </dgm:pt>
    <dgm:pt modelId="{E91C2BFE-8799-46EE-8D4D-8637A7ADDAFE}" type="parTrans" cxnId="{917D0E27-A04D-49BE-9061-2E4CA58D2C21}">
      <dgm:prSet/>
      <dgm:spPr/>
      <dgm:t>
        <a:bodyPr/>
        <a:lstStyle/>
        <a:p>
          <a:endParaRPr lang="en-US"/>
        </a:p>
      </dgm:t>
    </dgm:pt>
    <dgm:pt modelId="{EC67CE6C-C897-4012-8C97-2110F36D505E}" type="sibTrans" cxnId="{917D0E27-A04D-49BE-9061-2E4CA58D2C21}">
      <dgm:prSet/>
      <dgm:spPr/>
      <dgm:t>
        <a:bodyPr/>
        <a:lstStyle/>
        <a:p>
          <a:endParaRPr lang="en-US"/>
        </a:p>
      </dgm:t>
    </dgm:pt>
    <dgm:pt modelId="{BAC8327B-67F6-4AB1-9D09-C505C7AC498D}">
      <dgm:prSet/>
      <dgm:spPr/>
      <dgm:t>
        <a:bodyPr/>
        <a:lstStyle/>
        <a:p>
          <a:r>
            <a:rPr lang="en-US"/>
            <a:t>Customer </a:t>
          </a:r>
        </a:p>
      </dgm:t>
    </dgm:pt>
    <dgm:pt modelId="{65D969F4-333D-4D8B-B783-7110FC973C09}" type="parTrans" cxnId="{93397006-89F6-405A-913D-DDA751C4C0D5}">
      <dgm:prSet/>
      <dgm:spPr/>
      <dgm:t>
        <a:bodyPr/>
        <a:lstStyle/>
        <a:p>
          <a:endParaRPr lang="en-US"/>
        </a:p>
      </dgm:t>
    </dgm:pt>
    <dgm:pt modelId="{D6A6E6A6-0CEE-4F0F-988C-9702C671E0F4}" type="sibTrans" cxnId="{93397006-89F6-405A-913D-DDA751C4C0D5}">
      <dgm:prSet/>
      <dgm:spPr/>
      <dgm:t>
        <a:bodyPr/>
        <a:lstStyle/>
        <a:p>
          <a:endParaRPr lang="en-US"/>
        </a:p>
      </dgm:t>
    </dgm:pt>
    <dgm:pt modelId="{4BBCC222-4258-4F5A-B3E5-DAF93A41BD7B}">
      <dgm:prSet/>
      <dgm:spPr/>
      <dgm:t>
        <a:bodyPr/>
        <a:lstStyle/>
        <a:p>
          <a:r>
            <a:rPr lang="en-US"/>
            <a:t>Member </a:t>
          </a:r>
        </a:p>
      </dgm:t>
    </dgm:pt>
    <dgm:pt modelId="{4EFFC07D-D7A8-4B98-9707-FEE0661525CB}" type="parTrans" cxnId="{46CB54C8-12F5-4374-A4E6-72BE25F62B36}">
      <dgm:prSet/>
      <dgm:spPr/>
      <dgm:t>
        <a:bodyPr/>
        <a:lstStyle/>
        <a:p>
          <a:endParaRPr lang="en-US"/>
        </a:p>
      </dgm:t>
    </dgm:pt>
    <dgm:pt modelId="{CBF40CF8-A34F-45A0-8F3F-A5161296D92D}" type="sibTrans" cxnId="{46CB54C8-12F5-4374-A4E6-72BE25F62B36}">
      <dgm:prSet/>
      <dgm:spPr/>
      <dgm:t>
        <a:bodyPr/>
        <a:lstStyle/>
        <a:p>
          <a:endParaRPr lang="en-US"/>
        </a:p>
      </dgm:t>
    </dgm:pt>
    <dgm:pt modelId="{D752B86E-AFFC-462F-9157-B0BB0E032987}">
      <dgm:prSet/>
      <dgm:spPr/>
      <dgm:t>
        <a:bodyPr/>
        <a:lstStyle/>
        <a:p>
          <a:r>
            <a:rPr lang="en-US"/>
            <a:t>Casual </a:t>
          </a:r>
        </a:p>
      </dgm:t>
    </dgm:pt>
    <dgm:pt modelId="{D5BEE960-9195-4F6F-AB37-BD57223CC46A}" type="parTrans" cxnId="{F9308686-7B93-4439-891E-C4A66BA07D38}">
      <dgm:prSet/>
      <dgm:spPr/>
      <dgm:t>
        <a:bodyPr/>
        <a:lstStyle/>
        <a:p>
          <a:endParaRPr lang="en-US"/>
        </a:p>
      </dgm:t>
    </dgm:pt>
    <dgm:pt modelId="{A06EDA97-2357-4DA8-A284-5A33D428BE7B}" type="sibTrans" cxnId="{F9308686-7B93-4439-891E-C4A66BA07D38}">
      <dgm:prSet/>
      <dgm:spPr/>
      <dgm:t>
        <a:bodyPr/>
        <a:lstStyle/>
        <a:p>
          <a:endParaRPr lang="en-US"/>
        </a:p>
      </dgm:t>
    </dgm:pt>
    <dgm:pt modelId="{D7A2C1AD-E2ED-41EE-9FC1-6F953BDD9CFB}">
      <dgm:prSet/>
      <dgm:spPr/>
      <dgm:t>
        <a:bodyPr/>
        <a:lstStyle/>
        <a:p>
          <a:r>
            <a:rPr lang="en-US"/>
            <a:t>Standardized into:</a:t>
          </a:r>
        </a:p>
      </dgm:t>
    </dgm:pt>
    <dgm:pt modelId="{E0650685-C47A-4186-B5DD-F71B92500214}" type="parTrans" cxnId="{50E4D393-3FC5-4164-B4B7-2DB01561C300}">
      <dgm:prSet/>
      <dgm:spPr/>
      <dgm:t>
        <a:bodyPr/>
        <a:lstStyle/>
        <a:p>
          <a:endParaRPr lang="en-US"/>
        </a:p>
      </dgm:t>
    </dgm:pt>
    <dgm:pt modelId="{E66FF4F6-166C-4FBC-A39C-701DA835787E}" type="sibTrans" cxnId="{50E4D393-3FC5-4164-B4B7-2DB01561C300}">
      <dgm:prSet/>
      <dgm:spPr/>
      <dgm:t>
        <a:bodyPr/>
        <a:lstStyle/>
        <a:p>
          <a:endParaRPr lang="en-US"/>
        </a:p>
      </dgm:t>
    </dgm:pt>
    <dgm:pt modelId="{0681818A-6C58-4B15-983F-D6DA6DFA05F4}">
      <dgm:prSet/>
      <dgm:spPr/>
      <dgm:t>
        <a:bodyPr/>
        <a:lstStyle/>
        <a:p>
          <a:r>
            <a:rPr lang="en-US"/>
            <a:t>Member </a:t>
          </a:r>
        </a:p>
      </dgm:t>
    </dgm:pt>
    <dgm:pt modelId="{2CE7A047-33AF-4D83-8A4D-55885E6AE153}" type="parTrans" cxnId="{4085EB37-7F79-467D-89E1-077884755DB1}">
      <dgm:prSet/>
      <dgm:spPr/>
      <dgm:t>
        <a:bodyPr/>
        <a:lstStyle/>
        <a:p>
          <a:endParaRPr lang="en-US"/>
        </a:p>
      </dgm:t>
    </dgm:pt>
    <dgm:pt modelId="{ECAB9623-3E12-4289-9796-6B31AEB4C9B6}" type="sibTrans" cxnId="{4085EB37-7F79-467D-89E1-077884755DB1}">
      <dgm:prSet/>
      <dgm:spPr/>
      <dgm:t>
        <a:bodyPr/>
        <a:lstStyle/>
        <a:p>
          <a:endParaRPr lang="en-US"/>
        </a:p>
      </dgm:t>
    </dgm:pt>
    <dgm:pt modelId="{36FB41FB-21CB-41EE-9F25-8436E7669B8C}">
      <dgm:prSet/>
      <dgm:spPr/>
      <dgm:t>
        <a:bodyPr/>
        <a:lstStyle/>
        <a:p>
          <a:r>
            <a:rPr lang="en-US"/>
            <a:t>Casual </a:t>
          </a:r>
        </a:p>
      </dgm:t>
    </dgm:pt>
    <dgm:pt modelId="{1463540C-E6B1-4E7C-88DB-E05C430C758B}" type="parTrans" cxnId="{54F3B07D-8C84-4185-8E5A-0065C4A3EC9E}">
      <dgm:prSet/>
      <dgm:spPr/>
      <dgm:t>
        <a:bodyPr/>
        <a:lstStyle/>
        <a:p>
          <a:endParaRPr lang="en-US"/>
        </a:p>
      </dgm:t>
    </dgm:pt>
    <dgm:pt modelId="{3CE3F556-1F00-49D0-89F5-92255A2F64E7}" type="sibTrans" cxnId="{54F3B07D-8C84-4185-8E5A-0065C4A3EC9E}">
      <dgm:prSet/>
      <dgm:spPr/>
      <dgm:t>
        <a:bodyPr/>
        <a:lstStyle/>
        <a:p>
          <a:endParaRPr lang="en-US"/>
        </a:p>
      </dgm:t>
    </dgm:pt>
    <dgm:pt modelId="{EDF9C39B-B651-460E-9EF9-724F191ACB6A}">
      <dgm:prSet/>
      <dgm:spPr/>
      <dgm:t>
        <a:bodyPr/>
        <a:lstStyle/>
        <a:p>
          <a:r>
            <a:rPr lang="en-US"/>
            <a:t>Ensures consistency and clarity in analysis.</a:t>
          </a:r>
        </a:p>
      </dgm:t>
    </dgm:pt>
    <dgm:pt modelId="{00815E57-1EC2-4CED-B4BF-90D94F9D9EB0}" type="parTrans" cxnId="{A8252D02-EFD0-4FD6-B087-9951D2DCB759}">
      <dgm:prSet/>
      <dgm:spPr/>
      <dgm:t>
        <a:bodyPr/>
        <a:lstStyle/>
        <a:p>
          <a:endParaRPr lang="en-US"/>
        </a:p>
      </dgm:t>
    </dgm:pt>
    <dgm:pt modelId="{3153E243-7667-4A6D-99E4-C2C96520407F}" type="sibTrans" cxnId="{A8252D02-EFD0-4FD6-B087-9951D2DCB759}">
      <dgm:prSet/>
      <dgm:spPr/>
      <dgm:t>
        <a:bodyPr/>
        <a:lstStyle/>
        <a:p>
          <a:endParaRPr lang="en-US"/>
        </a:p>
      </dgm:t>
    </dgm:pt>
    <dgm:pt modelId="{5F11A7F8-FEC0-4030-960C-4AD0DA8C1654}" type="pres">
      <dgm:prSet presAssocID="{FF5CAE4E-35D1-4D1B-8345-580B3E4F11A3}" presName="linear" presStyleCnt="0">
        <dgm:presLayoutVars>
          <dgm:dir/>
          <dgm:animLvl val="lvl"/>
          <dgm:resizeHandles val="exact"/>
        </dgm:presLayoutVars>
      </dgm:prSet>
      <dgm:spPr/>
    </dgm:pt>
    <dgm:pt modelId="{9974A7FD-5375-454D-B27D-8CFB6E435FBE}" type="pres">
      <dgm:prSet presAssocID="{9AA98D0C-E50F-42C0-B295-818B3D73A423}" presName="parentLin" presStyleCnt="0"/>
      <dgm:spPr/>
    </dgm:pt>
    <dgm:pt modelId="{7219E3C5-5644-45A8-838D-7EA5E746DA3E}" type="pres">
      <dgm:prSet presAssocID="{9AA98D0C-E50F-42C0-B295-818B3D73A423}" presName="parentLeftMargin" presStyleLbl="node1" presStyleIdx="0" presStyleCnt="3"/>
      <dgm:spPr/>
    </dgm:pt>
    <dgm:pt modelId="{5CDE08BD-8CBE-4C62-AD9C-3C64940731D7}" type="pres">
      <dgm:prSet presAssocID="{9AA98D0C-E50F-42C0-B295-818B3D73A4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F4F34D-604A-494C-B9CE-28B4A9ED67A5}" type="pres">
      <dgm:prSet presAssocID="{9AA98D0C-E50F-42C0-B295-818B3D73A423}" presName="negativeSpace" presStyleCnt="0"/>
      <dgm:spPr/>
    </dgm:pt>
    <dgm:pt modelId="{56C24BD3-5DA0-4C0C-98E2-C1AEFC922596}" type="pres">
      <dgm:prSet presAssocID="{9AA98D0C-E50F-42C0-B295-818B3D73A423}" presName="childText" presStyleLbl="conFgAcc1" presStyleIdx="0" presStyleCnt="3">
        <dgm:presLayoutVars>
          <dgm:bulletEnabled val="1"/>
        </dgm:presLayoutVars>
      </dgm:prSet>
      <dgm:spPr/>
    </dgm:pt>
    <dgm:pt modelId="{0E2C03CE-21C1-4CE3-A04B-D2FC2DF2547F}" type="pres">
      <dgm:prSet presAssocID="{F89396F8-FEB6-4A6F-A461-02C3F259670D}" presName="spaceBetweenRectangles" presStyleCnt="0"/>
      <dgm:spPr/>
    </dgm:pt>
    <dgm:pt modelId="{D7147579-50FF-441A-9DC3-0CB8293D9826}" type="pres">
      <dgm:prSet presAssocID="{D7A2C1AD-E2ED-41EE-9FC1-6F953BDD9CFB}" presName="parentLin" presStyleCnt="0"/>
      <dgm:spPr/>
    </dgm:pt>
    <dgm:pt modelId="{0D3A339D-7A21-4F08-90F3-65946E4817E8}" type="pres">
      <dgm:prSet presAssocID="{D7A2C1AD-E2ED-41EE-9FC1-6F953BDD9CFB}" presName="parentLeftMargin" presStyleLbl="node1" presStyleIdx="0" presStyleCnt="3"/>
      <dgm:spPr/>
    </dgm:pt>
    <dgm:pt modelId="{67138BC8-24A6-4A64-896A-55D374231D2F}" type="pres">
      <dgm:prSet presAssocID="{D7A2C1AD-E2ED-41EE-9FC1-6F953BDD9C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83656F-4386-4520-9238-3964D3B44CCC}" type="pres">
      <dgm:prSet presAssocID="{D7A2C1AD-E2ED-41EE-9FC1-6F953BDD9CFB}" presName="negativeSpace" presStyleCnt="0"/>
      <dgm:spPr/>
    </dgm:pt>
    <dgm:pt modelId="{1B89AD88-94BF-44D5-B692-13FA5CC8063F}" type="pres">
      <dgm:prSet presAssocID="{D7A2C1AD-E2ED-41EE-9FC1-6F953BDD9CFB}" presName="childText" presStyleLbl="conFgAcc1" presStyleIdx="1" presStyleCnt="3">
        <dgm:presLayoutVars>
          <dgm:bulletEnabled val="1"/>
        </dgm:presLayoutVars>
      </dgm:prSet>
      <dgm:spPr/>
    </dgm:pt>
    <dgm:pt modelId="{AF24DFC1-E0FE-4C4C-A076-A5155B787A9F}" type="pres">
      <dgm:prSet presAssocID="{E66FF4F6-166C-4FBC-A39C-701DA835787E}" presName="spaceBetweenRectangles" presStyleCnt="0"/>
      <dgm:spPr/>
    </dgm:pt>
    <dgm:pt modelId="{A461F7D7-299B-4877-BCFE-7E416C48F0B7}" type="pres">
      <dgm:prSet presAssocID="{EDF9C39B-B651-460E-9EF9-724F191ACB6A}" presName="parentLin" presStyleCnt="0"/>
      <dgm:spPr/>
    </dgm:pt>
    <dgm:pt modelId="{DBC51C61-9662-408C-811F-15DF66FFB33A}" type="pres">
      <dgm:prSet presAssocID="{EDF9C39B-B651-460E-9EF9-724F191ACB6A}" presName="parentLeftMargin" presStyleLbl="node1" presStyleIdx="1" presStyleCnt="3"/>
      <dgm:spPr/>
    </dgm:pt>
    <dgm:pt modelId="{58044D09-700E-4EB5-9DD1-B8267FBCEEC7}" type="pres">
      <dgm:prSet presAssocID="{EDF9C39B-B651-460E-9EF9-724F191ACB6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44632D5-484C-4997-8D74-858A09C56FA1}" type="pres">
      <dgm:prSet presAssocID="{EDF9C39B-B651-460E-9EF9-724F191ACB6A}" presName="negativeSpace" presStyleCnt="0"/>
      <dgm:spPr/>
    </dgm:pt>
    <dgm:pt modelId="{14DE0C7F-1C16-42BC-AE44-700C7B861EA4}" type="pres">
      <dgm:prSet presAssocID="{EDF9C39B-B651-460E-9EF9-724F191ACB6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8252D02-EFD0-4FD6-B087-9951D2DCB759}" srcId="{FF5CAE4E-35D1-4D1B-8345-580B3E4F11A3}" destId="{EDF9C39B-B651-460E-9EF9-724F191ACB6A}" srcOrd="2" destOrd="0" parTransId="{00815E57-1EC2-4CED-B4BF-90D94F9D9EB0}" sibTransId="{3153E243-7667-4A6D-99E4-C2C96520407F}"/>
    <dgm:cxn modelId="{46603C04-1B72-4083-853A-3D2F2220AD29}" type="presOf" srcId="{D7A2C1AD-E2ED-41EE-9FC1-6F953BDD9CFB}" destId="{0D3A339D-7A21-4F08-90F3-65946E4817E8}" srcOrd="0" destOrd="0" presId="urn:microsoft.com/office/officeart/2005/8/layout/list1"/>
    <dgm:cxn modelId="{93397006-89F6-405A-913D-DDA751C4C0D5}" srcId="{9AA98D0C-E50F-42C0-B295-818B3D73A423}" destId="{BAC8327B-67F6-4AB1-9D09-C505C7AC498D}" srcOrd="1" destOrd="0" parTransId="{65D969F4-333D-4D8B-B783-7110FC973C09}" sibTransId="{D6A6E6A6-0CEE-4F0F-988C-9702C671E0F4}"/>
    <dgm:cxn modelId="{917D0E27-A04D-49BE-9061-2E4CA58D2C21}" srcId="{9AA98D0C-E50F-42C0-B295-818B3D73A423}" destId="{2EE1109B-FD3A-4D04-839F-F130C0812096}" srcOrd="0" destOrd="0" parTransId="{E91C2BFE-8799-46EE-8D4D-8637A7ADDAFE}" sibTransId="{EC67CE6C-C897-4012-8C97-2110F36D505E}"/>
    <dgm:cxn modelId="{7615BB34-BC70-4EEB-AFE9-0726C8C74884}" type="presOf" srcId="{EDF9C39B-B651-460E-9EF9-724F191ACB6A}" destId="{DBC51C61-9662-408C-811F-15DF66FFB33A}" srcOrd="0" destOrd="0" presId="urn:microsoft.com/office/officeart/2005/8/layout/list1"/>
    <dgm:cxn modelId="{4085EB37-7F79-467D-89E1-077884755DB1}" srcId="{D7A2C1AD-E2ED-41EE-9FC1-6F953BDD9CFB}" destId="{0681818A-6C58-4B15-983F-D6DA6DFA05F4}" srcOrd="0" destOrd="0" parTransId="{2CE7A047-33AF-4D83-8A4D-55885E6AE153}" sibTransId="{ECAB9623-3E12-4289-9796-6B31AEB4C9B6}"/>
    <dgm:cxn modelId="{F19F4A5E-BC75-4D6F-B7F4-58A4B6307185}" type="presOf" srcId="{BAC8327B-67F6-4AB1-9D09-C505C7AC498D}" destId="{56C24BD3-5DA0-4C0C-98E2-C1AEFC922596}" srcOrd="0" destOrd="1" presId="urn:microsoft.com/office/officeart/2005/8/layout/list1"/>
    <dgm:cxn modelId="{61C8A95E-E7CB-4465-BFBA-3E5254CD0217}" type="presOf" srcId="{2EE1109B-FD3A-4D04-839F-F130C0812096}" destId="{56C24BD3-5DA0-4C0C-98E2-C1AEFC922596}" srcOrd="0" destOrd="0" presId="urn:microsoft.com/office/officeart/2005/8/layout/list1"/>
    <dgm:cxn modelId="{DD31784C-935A-4D21-855C-C3411DE50380}" type="presOf" srcId="{9AA98D0C-E50F-42C0-B295-818B3D73A423}" destId="{5CDE08BD-8CBE-4C62-AD9C-3C64940731D7}" srcOrd="1" destOrd="0" presId="urn:microsoft.com/office/officeart/2005/8/layout/list1"/>
    <dgm:cxn modelId="{54F3B07D-8C84-4185-8E5A-0065C4A3EC9E}" srcId="{D7A2C1AD-E2ED-41EE-9FC1-6F953BDD9CFB}" destId="{36FB41FB-21CB-41EE-9F25-8436E7669B8C}" srcOrd="1" destOrd="0" parTransId="{1463540C-E6B1-4E7C-88DB-E05C430C758B}" sibTransId="{3CE3F556-1F00-49D0-89F5-92255A2F64E7}"/>
    <dgm:cxn modelId="{F9308686-7B93-4439-891E-C4A66BA07D38}" srcId="{9AA98D0C-E50F-42C0-B295-818B3D73A423}" destId="{D752B86E-AFFC-462F-9157-B0BB0E032987}" srcOrd="3" destOrd="0" parTransId="{D5BEE960-9195-4F6F-AB37-BD57223CC46A}" sibTransId="{A06EDA97-2357-4DA8-A284-5A33D428BE7B}"/>
    <dgm:cxn modelId="{ED01A188-E8DE-4571-A70B-DF1FB277F8E0}" type="presOf" srcId="{FF5CAE4E-35D1-4D1B-8345-580B3E4F11A3}" destId="{5F11A7F8-FEC0-4030-960C-4AD0DA8C1654}" srcOrd="0" destOrd="0" presId="urn:microsoft.com/office/officeart/2005/8/layout/list1"/>
    <dgm:cxn modelId="{BB9BAD8D-7536-4921-BC71-F77927041827}" type="presOf" srcId="{36FB41FB-21CB-41EE-9F25-8436E7669B8C}" destId="{1B89AD88-94BF-44D5-B692-13FA5CC8063F}" srcOrd="0" destOrd="1" presId="urn:microsoft.com/office/officeart/2005/8/layout/list1"/>
    <dgm:cxn modelId="{50E4D393-3FC5-4164-B4B7-2DB01561C300}" srcId="{FF5CAE4E-35D1-4D1B-8345-580B3E4F11A3}" destId="{D7A2C1AD-E2ED-41EE-9FC1-6F953BDD9CFB}" srcOrd="1" destOrd="0" parTransId="{E0650685-C47A-4186-B5DD-F71B92500214}" sibTransId="{E66FF4F6-166C-4FBC-A39C-701DA835787E}"/>
    <dgm:cxn modelId="{9DE5CAA8-EFD6-4B17-B67B-49EB0C2A6D2C}" type="presOf" srcId="{EDF9C39B-B651-460E-9EF9-724F191ACB6A}" destId="{58044D09-700E-4EB5-9DD1-B8267FBCEEC7}" srcOrd="1" destOrd="0" presId="urn:microsoft.com/office/officeart/2005/8/layout/list1"/>
    <dgm:cxn modelId="{D99DC4B1-354E-42C7-837E-1C7B9A8D1D72}" srcId="{FF5CAE4E-35D1-4D1B-8345-580B3E4F11A3}" destId="{9AA98D0C-E50F-42C0-B295-818B3D73A423}" srcOrd="0" destOrd="0" parTransId="{7026FE49-E1D8-4E66-AA4B-11DFCCF45A3F}" sibTransId="{F89396F8-FEB6-4A6F-A461-02C3F259670D}"/>
    <dgm:cxn modelId="{9EFF2FBF-EBEF-40AE-B36E-F5FBCCC4B487}" type="presOf" srcId="{4BBCC222-4258-4F5A-B3E5-DAF93A41BD7B}" destId="{56C24BD3-5DA0-4C0C-98E2-C1AEFC922596}" srcOrd="0" destOrd="2" presId="urn:microsoft.com/office/officeart/2005/8/layout/list1"/>
    <dgm:cxn modelId="{46CB54C8-12F5-4374-A4E6-72BE25F62B36}" srcId="{9AA98D0C-E50F-42C0-B295-818B3D73A423}" destId="{4BBCC222-4258-4F5A-B3E5-DAF93A41BD7B}" srcOrd="2" destOrd="0" parTransId="{4EFFC07D-D7A8-4B98-9707-FEE0661525CB}" sibTransId="{CBF40CF8-A34F-45A0-8F3F-A5161296D92D}"/>
    <dgm:cxn modelId="{DD59D7C9-48AF-498E-B897-C66B0940E833}" type="presOf" srcId="{D752B86E-AFFC-462F-9157-B0BB0E032987}" destId="{56C24BD3-5DA0-4C0C-98E2-C1AEFC922596}" srcOrd="0" destOrd="3" presId="urn:microsoft.com/office/officeart/2005/8/layout/list1"/>
    <dgm:cxn modelId="{9758ECCD-1FA7-4525-B075-B60341DA11F5}" type="presOf" srcId="{9AA98D0C-E50F-42C0-B295-818B3D73A423}" destId="{7219E3C5-5644-45A8-838D-7EA5E746DA3E}" srcOrd="0" destOrd="0" presId="urn:microsoft.com/office/officeart/2005/8/layout/list1"/>
    <dgm:cxn modelId="{7F64EEF0-D86F-46DE-A4BF-AE0BD09083F1}" type="presOf" srcId="{0681818A-6C58-4B15-983F-D6DA6DFA05F4}" destId="{1B89AD88-94BF-44D5-B692-13FA5CC8063F}" srcOrd="0" destOrd="0" presId="urn:microsoft.com/office/officeart/2005/8/layout/list1"/>
    <dgm:cxn modelId="{E621CAF6-C637-4416-A9CE-E326E1EF40B8}" type="presOf" srcId="{D7A2C1AD-E2ED-41EE-9FC1-6F953BDD9CFB}" destId="{67138BC8-24A6-4A64-896A-55D374231D2F}" srcOrd="1" destOrd="0" presId="urn:microsoft.com/office/officeart/2005/8/layout/list1"/>
    <dgm:cxn modelId="{C1253AF1-D067-47B2-B447-A82C41A18F7F}" type="presParOf" srcId="{5F11A7F8-FEC0-4030-960C-4AD0DA8C1654}" destId="{9974A7FD-5375-454D-B27D-8CFB6E435FBE}" srcOrd="0" destOrd="0" presId="urn:microsoft.com/office/officeart/2005/8/layout/list1"/>
    <dgm:cxn modelId="{7F50BD93-389B-40D6-9BE3-08747E63E059}" type="presParOf" srcId="{9974A7FD-5375-454D-B27D-8CFB6E435FBE}" destId="{7219E3C5-5644-45A8-838D-7EA5E746DA3E}" srcOrd="0" destOrd="0" presId="urn:microsoft.com/office/officeart/2005/8/layout/list1"/>
    <dgm:cxn modelId="{E3596721-F5CA-48C3-92DA-3C0A99BD9069}" type="presParOf" srcId="{9974A7FD-5375-454D-B27D-8CFB6E435FBE}" destId="{5CDE08BD-8CBE-4C62-AD9C-3C64940731D7}" srcOrd="1" destOrd="0" presId="urn:microsoft.com/office/officeart/2005/8/layout/list1"/>
    <dgm:cxn modelId="{231448BA-47D8-4BEA-AE55-8CC4A11B5EC9}" type="presParOf" srcId="{5F11A7F8-FEC0-4030-960C-4AD0DA8C1654}" destId="{ACF4F34D-604A-494C-B9CE-28B4A9ED67A5}" srcOrd="1" destOrd="0" presId="urn:microsoft.com/office/officeart/2005/8/layout/list1"/>
    <dgm:cxn modelId="{0CDA110B-1340-45ED-941B-F2A27A65FE64}" type="presParOf" srcId="{5F11A7F8-FEC0-4030-960C-4AD0DA8C1654}" destId="{56C24BD3-5DA0-4C0C-98E2-C1AEFC922596}" srcOrd="2" destOrd="0" presId="urn:microsoft.com/office/officeart/2005/8/layout/list1"/>
    <dgm:cxn modelId="{425CA5D2-610B-4864-BF3A-F30B1E3AB71E}" type="presParOf" srcId="{5F11A7F8-FEC0-4030-960C-4AD0DA8C1654}" destId="{0E2C03CE-21C1-4CE3-A04B-D2FC2DF2547F}" srcOrd="3" destOrd="0" presId="urn:microsoft.com/office/officeart/2005/8/layout/list1"/>
    <dgm:cxn modelId="{B96B6CAE-0F4D-4A3A-B2E6-1466751221E0}" type="presParOf" srcId="{5F11A7F8-FEC0-4030-960C-4AD0DA8C1654}" destId="{D7147579-50FF-441A-9DC3-0CB8293D9826}" srcOrd="4" destOrd="0" presId="urn:microsoft.com/office/officeart/2005/8/layout/list1"/>
    <dgm:cxn modelId="{03355F35-E895-4AB6-BA78-7B630F62B423}" type="presParOf" srcId="{D7147579-50FF-441A-9DC3-0CB8293D9826}" destId="{0D3A339D-7A21-4F08-90F3-65946E4817E8}" srcOrd="0" destOrd="0" presId="urn:microsoft.com/office/officeart/2005/8/layout/list1"/>
    <dgm:cxn modelId="{D1B2ADAF-8344-4290-931D-BA2DE765665C}" type="presParOf" srcId="{D7147579-50FF-441A-9DC3-0CB8293D9826}" destId="{67138BC8-24A6-4A64-896A-55D374231D2F}" srcOrd="1" destOrd="0" presId="urn:microsoft.com/office/officeart/2005/8/layout/list1"/>
    <dgm:cxn modelId="{A5F81930-E53C-4A7D-9956-B063ECF92522}" type="presParOf" srcId="{5F11A7F8-FEC0-4030-960C-4AD0DA8C1654}" destId="{0783656F-4386-4520-9238-3964D3B44CCC}" srcOrd="5" destOrd="0" presId="urn:microsoft.com/office/officeart/2005/8/layout/list1"/>
    <dgm:cxn modelId="{589385BF-620E-41AC-AC4D-059D88B0E248}" type="presParOf" srcId="{5F11A7F8-FEC0-4030-960C-4AD0DA8C1654}" destId="{1B89AD88-94BF-44D5-B692-13FA5CC8063F}" srcOrd="6" destOrd="0" presId="urn:microsoft.com/office/officeart/2005/8/layout/list1"/>
    <dgm:cxn modelId="{CC580DEA-0675-4F67-90B4-2E29933D5BB2}" type="presParOf" srcId="{5F11A7F8-FEC0-4030-960C-4AD0DA8C1654}" destId="{AF24DFC1-E0FE-4C4C-A076-A5155B787A9F}" srcOrd="7" destOrd="0" presId="urn:microsoft.com/office/officeart/2005/8/layout/list1"/>
    <dgm:cxn modelId="{E63F3D25-F264-413C-A6FF-5599C57E60E4}" type="presParOf" srcId="{5F11A7F8-FEC0-4030-960C-4AD0DA8C1654}" destId="{A461F7D7-299B-4877-BCFE-7E416C48F0B7}" srcOrd="8" destOrd="0" presId="urn:microsoft.com/office/officeart/2005/8/layout/list1"/>
    <dgm:cxn modelId="{55375CD4-E3FB-4F71-A1AC-3CBE896B95BA}" type="presParOf" srcId="{A461F7D7-299B-4877-BCFE-7E416C48F0B7}" destId="{DBC51C61-9662-408C-811F-15DF66FFB33A}" srcOrd="0" destOrd="0" presId="urn:microsoft.com/office/officeart/2005/8/layout/list1"/>
    <dgm:cxn modelId="{020A4E1A-CFDD-4AB5-A2A1-DD694C919D40}" type="presParOf" srcId="{A461F7D7-299B-4877-BCFE-7E416C48F0B7}" destId="{58044D09-700E-4EB5-9DD1-B8267FBCEEC7}" srcOrd="1" destOrd="0" presId="urn:microsoft.com/office/officeart/2005/8/layout/list1"/>
    <dgm:cxn modelId="{575CF776-9092-46A0-8A24-B830738E17DE}" type="presParOf" srcId="{5F11A7F8-FEC0-4030-960C-4AD0DA8C1654}" destId="{944632D5-484C-4997-8D74-858A09C56FA1}" srcOrd="9" destOrd="0" presId="urn:microsoft.com/office/officeart/2005/8/layout/list1"/>
    <dgm:cxn modelId="{586E6DF8-C6B3-4A2B-9D14-736FB907628D}" type="presParOf" srcId="{5F11A7F8-FEC0-4030-960C-4AD0DA8C1654}" destId="{14DE0C7F-1C16-42BC-AE44-700C7B861EA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73D3A1-6456-4C99-BF3D-3EA1FF97180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9ABC44E-7B08-4027-B736-85580A815A2C}">
      <dgm:prSet/>
      <dgm:spPr/>
      <dgm:t>
        <a:bodyPr/>
        <a:lstStyle/>
        <a:p>
          <a:r>
            <a:rPr lang="en-US"/>
            <a:t>Total Clean Records: 778,000 </a:t>
          </a:r>
        </a:p>
      </dgm:t>
    </dgm:pt>
    <dgm:pt modelId="{3D920512-088C-449F-A3A4-0BB63954EE79}" type="parTrans" cxnId="{03077C14-CC66-4D6E-A341-B2077726C1DD}">
      <dgm:prSet/>
      <dgm:spPr/>
      <dgm:t>
        <a:bodyPr/>
        <a:lstStyle/>
        <a:p>
          <a:endParaRPr lang="en-US"/>
        </a:p>
      </dgm:t>
    </dgm:pt>
    <dgm:pt modelId="{2F52509D-5486-4D80-912E-767A3C6E29EE}" type="sibTrans" cxnId="{03077C14-CC66-4D6E-A341-B2077726C1DD}">
      <dgm:prSet/>
      <dgm:spPr/>
      <dgm:t>
        <a:bodyPr/>
        <a:lstStyle/>
        <a:p>
          <a:endParaRPr lang="en-US"/>
        </a:p>
      </dgm:t>
    </dgm:pt>
    <dgm:pt modelId="{6A3113C9-7AFD-43B5-A50C-675078178698}">
      <dgm:prSet/>
      <dgm:spPr/>
      <dgm:t>
        <a:bodyPr/>
        <a:lstStyle/>
        <a:p>
          <a:r>
            <a:rPr lang="en-US"/>
            <a:t>Members: 92% </a:t>
          </a:r>
        </a:p>
      </dgm:t>
    </dgm:pt>
    <dgm:pt modelId="{842B3E77-F13E-4A34-A002-59CCB2F91242}" type="parTrans" cxnId="{CF094628-F5E9-4078-ABEA-E6064F9C0EE1}">
      <dgm:prSet/>
      <dgm:spPr/>
      <dgm:t>
        <a:bodyPr/>
        <a:lstStyle/>
        <a:p>
          <a:endParaRPr lang="en-US"/>
        </a:p>
      </dgm:t>
    </dgm:pt>
    <dgm:pt modelId="{E8D900FD-BC85-4471-8734-6199FABB41E2}" type="sibTrans" cxnId="{CF094628-F5E9-4078-ABEA-E6064F9C0EE1}">
      <dgm:prSet/>
      <dgm:spPr/>
      <dgm:t>
        <a:bodyPr/>
        <a:lstStyle/>
        <a:p>
          <a:endParaRPr lang="en-US"/>
        </a:p>
      </dgm:t>
    </dgm:pt>
    <dgm:pt modelId="{204C923A-726E-4010-AAED-5E25FD8073C4}">
      <dgm:prSet/>
      <dgm:spPr/>
      <dgm:t>
        <a:bodyPr/>
        <a:lstStyle/>
        <a:p>
          <a:r>
            <a:rPr lang="en-US"/>
            <a:t>Casual: 8% </a:t>
          </a:r>
        </a:p>
      </dgm:t>
    </dgm:pt>
    <dgm:pt modelId="{33575948-68DA-4995-B97B-7E54C9FA9113}" type="parTrans" cxnId="{B73DFEA6-EBEF-4C9B-BC74-E967FEE25949}">
      <dgm:prSet/>
      <dgm:spPr/>
      <dgm:t>
        <a:bodyPr/>
        <a:lstStyle/>
        <a:p>
          <a:endParaRPr lang="en-US"/>
        </a:p>
      </dgm:t>
    </dgm:pt>
    <dgm:pt modelId="{2186DD12-9C42-4FA7-8EE6-76B3733DA4E5}" type="sibTrans" cxnId="{B73DFEA6-EBEF-4C9B-BC74-E967FEE25949}">
      <dgm:prSet/>
      <dgm:spPr/>
      <dgm:t>
        <a:bodyPr/>
        <a:lstStyle/>
        <a:p>
          <a:endParaRPr lang="en-US"/>
        </a:p>
      </dgm:t>
    </dgm:pt>
    <dgm:pt modelId="{FF07E2C8-29BE-4132-925B-869B9D5E1A16}">
      <dgm:prSet/>
      <dgm:spPr/>
      <dgm:t>
        <a:bodyPr/>
        <a:lstStyle/>
        <a:p>
          <a:r>
            <a:rPr lang="en-US"/>
            <a:t>Average Ride Length:</a:t>
          </a:r>
        </a:p>
      </dgm:t>
    </dgm:pt>
    <dgm:pt modelId="{CC3BACEB-9213-488D-BC4D-D235E4740DEC}" type="parTrans" cxnId="{2085D705-EDF9-4645-83EC-9F8379C4B162}">
      <dgm:prSet/>
      <dgm:spPr/>
      <dgm:t>
        <a:bodyPr/>
        <a:lstStyle/>
        <a:p>
          <a:endParaRPr lang="en-US"/>
        </a:p>
      </dgm:t>
    </dgm:pt>
    <dgm:pt modelId="{399E4D1A-0908-466B-A82A-D11313874D80}" type="sibTrans" cxnId="{2085D705-EDF9-4645-83EC-9F8379C4B162}">
      <dgm:prSet/>
      <dgm:spPr/>
      <dgm:t>
        <a:bodyPr/>
        <a:lstStyle/>
        <a:p>
          <a:endParaRPr lang="en-US"/>
        </a:p>
      </dgm:t>
    </dgm:pt>
    <dgm:pt modelId="{5E9354B3-07C6-42A2-9E27-67DF122B4B33}">
      <dgm:prSet/>
      <dgm:spPr/>
      <dgm:t>
        <a:bodyPr/>
        <a:lstStyle/>
        <a:p>
          <a:r>
            <a:rPr lang="en-US"/>
            <a:t>Members: 11 minutes </a:t>
          </a:r>
        </a:p>
      </dgm:t>
    </dgm:pt>
    <dgm:pt modelId="{D26C81EE-A5A9-42B2-93DD-2FC88D1A1DDE}" type="parTrans" cxnId="{3E410E5E-13E5-4A4C-ACF0-184D0608CE51}">
      <dgm:prSet/>
      <dgm:spPr/>
      <dgm:t>
        <a:bodyPr/>
        <a:lstStyle/>
        <a:p>
          <a:endParaRPr lang="en-US"/>
        </a:p>
      </dgm:t>
    </dgm:pt>
    <dgm:pt modelId="{A0060F95-B4C3-4AB1-A72D-C7FD2B4037D2}" type="sibTrans" cxnId="{3E410E5E-13E5-4A4C-ACF0-184D0608CE51}">
      <dgm:prSet/>
      <dgm:spPr/>
      <dgm:t>
        <a:bodyPr/>
        <a:lstStyle/>
        <a:p>
          <a:endParaRPr lang="en-US"/>
        </a:p>
      </dgm:t>
    </dgm:pt>
    <dgm:pt modelId="{39797821-DAF4-49B5-AC72-F9994599E525}">
      <dgm:prSet/>
      <dgm:spPr/>
      <dgm:t>
        <a:bodyPr/>
        <a:lstStyle/>
        <a:p>
          <a:r>
            <a:rPr lang="en-US"/>
            <a:t>Casual: 26 minutes</a:t>
          </a:r>
        </a:p>
      </dgm:t>
    </dgm:pt>
    <dgm:pt modelId="{6710D6E7-6E4B-4A5E-A3ED-4C10F63C51BD}" type="parTrans" cxnId="{563D9943-873C-4BE9-A535-A8BCBCFE30B1}">
      <dgm:prSet/>
      <dgm:spPr/>
      <dgm:t>
        <a:bodyPr/>
        <a:lstStyle/>
        <a:p>
          <a:endParaRPr lang="en-US"/>
        </a:p>
      </dgm:t>
    </dgm:pt>
    <dgm:pt modelId="{BC5D6B09-DB53-455E-A43A-5E6B5EEE69BA}" type="sibTrans" cxnId="{563D9943-873C-4BE9-A535-A8BCBCFE30B1}">
      <dgm:prSet/>
      <dgm:spPr/>
      <dgm:t>
        <a:bodyPr/>
        <a:lstStyle/>
        <a:p>
          <a:endParaRPr lang="en-US"/>
        </a:p>
      </dgm:t>
    </dgm:pt>
    <dgm:pt modelId="{2C4279C1-7836-4865-BD3B-6A8A1C96C312}" type="pres">
      <dgm:prSet presAssocID="{E973D3A1-6456-4C99-BF3D-3EA1FF971804}" presName="linear" presStyleCnt="0">
        <dgm:presLayoutVars>
          <dgm:dir/>
          <dgm:animLvl val="lvl"/>
          <dgm:resizeHandles val="exact"/>
        </dgm:presLayoutVars>
      </dgm:prSet>
      <dgm:spPr/>
    </dgm:pt>
    <dgm:pt modelId="{062F8E4C-1896-4AF5-93F9-38E7010544DC}" type="pres">
      <dgm:prSet presAssocID="{49ABC44E-7B08-4027-B736-85580A815A2C}" presName="parentLin" presStyleCnt="0"/>
      <dgm:spPr/>
    </dgm:pt>
    <dgm:pt modelId="{0D2C0A8A-02F1-434C-8586-6FF85374CE6E}" type="pres">
      <dgm:prSet presAssocID="{49ABC44E-7B08-4027-B736-85580A815A2C}" presName="parentLeftMargin" presStyleLbl="node1" presStyleIdx="0" presStyleCnt="2"/>
      <dgm:spPr/>
    </dgm:pt>
    <dgm:pt modelId="{7FF79051-E8F4-4C73-9BB4-9A79C8F4086F}" type="pres">
      <dgm:prSet presAssocID="{49ABC44E-7B08-4027-B736-85580A815A2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583A420-CC64-4DD9-91D3-8E8427407440}" type="pres">
      <dgm:prSet presAssocID="{49ABC44E-7B08-4027-B736-85580A815A2C}" presName="negativeSpace" presStyleCnt="0"/>
      <dgm:spPr/>
    </dgm:pt>
    <dgm:pt modelId="{F8B9D5E9-5BEA-40DB-9E28-91CC7E4BE254}" type="pres">
      <dgm:prSet presAssocID="{49ABC44E-7B08-4027-B736-85580A815A2C}" presName="childText" presStyleLbl="conFgAcc1" presStyleIdx="0" presStyleCnt="2">
        <dgm:presLayoutVars>
          <dgm:bulletEnabled val="1"/>
        </dgm:presLayoutVars>
      </dgm:prSet>
      <dgm:spPr/>
    </dgm:pt>
    <dgm:pt modelId="{08C7CE4F-F6D8-4F69-B8C3-D074A9E368F8}" type="pres">
      <dgm:prSet presAssocID="{2F52509D-5486-4D80-912E-767A3C6E29EE}" presName="spaceBetweenRectangles" presStyleCnt="0"/>
      <dgm:spPr/>
    </dgm:pt>
    <dgm:pt modelId="{1C47DBC0-3DB0-4D49-9FC9-64DA4B1BFAA8}" type="pres">
      <dgm:prSet presAssocID="{FF07E2C8-29BE-4132-925B-869B9D5E1A16}" presName="parentLin" presStyleCnt="0"/>
      <dgm:spPr/>
    </dgm:pt>
    <dgm:pt modelId="{E46F54F2-3D0A-4434-8FE1-EC072426551A}" type="pres">
      <dgm:prSet presAssocID="{FF07E2C8-29BE-4132-925B-869B9D5E1A16}" presName="parentLeftMargin" presStyleLbl="node1" presStyleIdx="0" presStyleCnt="2"/>
      <dgm:spPr/>
    </dgm:pt>
    <dgm:pt modelId="{670E9383-1607-4F72-84E5-63A67FAC1873}" type="pres">
      <dgm:prSet presAssocID="{FF07E2C8-29BE-4132-925B-869B9D5E1A1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616B1DC-18F9-4D0F-B08D-78B79F6B0DFE}" type="pres">
      <dgm:prSet presAssocID="{FF07E2C8-29BE-4132-925B-869B9D5E1A16}" presName="negativeSpace" presStyleCnt="0"/>
      <dgm:spPr/>
    </dgm:pt>
    <dgm:pt modelId="{75439568-8FBC-426C-B74A-36DCC9A8A2E3}" type="pres">
      <dgm:prSet presAssocID="{FF07E2C8-29BE-4132-925B-869B9D5E1A1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085D705-EDF9-4645-83EC-9F8379C4B162}" srcId="{E973D3A1-6456-4C99-BF3D-3EA1FF971804}" destId="{FF07E2C8-29BE-4132-925B-869B9D5E1A16}" srcOrd="1" destOrd="0" parTransId="{CC3BACEB-9213-488D-BC4D-D235E4740DEC}" sibTransId="{399E4D1A-0908-466B-A82A-D11313874D80}"/>
    <dgm:cxn modelId="{4CEA7513-E780-41B0-9CE9-DEEAD67763D2}" type="presOf" srcId="{204C923A-726E-4010-AAED-5E25FD8073C4}" destId="{F8B9D5E9-5BEA-40DB-9E28-91CC7E4BE254}" srcOrd="0" destOrd="1" presId="urn:microsoft.com/office/officeart/2005/8/layout/list1"/>
    <dgm:cxn modelId="{03077C14-CC66-4D6E-A341-B2077726C1DD}" srcId="{E973D3A1-6456-4C99-BF3D-3EA1FF971804}" destId="{49ABC44E-7B08-4027-B736-85580A815A2C}" srcOrd="0" destOrd="0" parTransId="{3D920512-088C-449F-A3A4-0BB63954EE79}" sibTransId="{2F52509D-5486-4D80-912E-767A3C6E29EE}"/>
    <dgm:cxn modelId="{69F82B19-DBD5-4EE2-BC3B-F3B8AD9718E8}" type="presOf" srcId="{FF07E2C8-29BE-4132-925B-869B9D5E1A16}" destId="{E46F54F2-3D0A-4434-8FE1-EC072426551A}" srcOrd="0" destOrd="0" presId="urn:microsoft.com/office/officeart/2005/8/layout/list1"/>
    <dgm:cxn modelId="{CF094628-F5E9-4078-ABEA-E6064F9C0EE1}" srcId="{49ABC44E-7B08-4027-B736-85580A815A2C}" destId="{6A3113C9-7AFD-43B5-A50C-675078178698}" srcOrd="0" destOrd="0" parTransId="{842B3E77-F13E-4A34-A002-59CCB2F91242}" sibTransId="{E8D900FD-BC85-4471-8734-6199FABB41E2}"/>
    <dgm:cxn modelId="{3E410E5E-13E5-4A4C-ACF0-184D0608CE51}" srcId="{FF07E2C8-29BE-4132-925B-869B9D5E1A16}" destId="{5E9354B3-07C6-42A2-9E27-67DF122B4B33}" srcOrd="0" destOrd="0" parTransId="{D26C81EE-A5A9-42B2-93DD-2FC88D1A1DDE}" sibTransId="{A0060F95-B4C3-4AB1-A72D-C7FD2B4037D2}"/>
    <dgm:cxn modelId="{563D9943-873C-4BE9-A535-A8BCBCFE30B1}" srcId="{FF07E2C8-29BE-4132-925B-869B9D5E1A16}" destId="{39797821-DAF4-49B5-AC72-F9994599E525}" srcOrd="1" destOrd="0" parTransId="{6710D6E7-6E4B-4A5E-A3ED-4C10F63C51BD}" sibTransId="{BC5D6B09-DB53-455E-A43A-5E6B5EEE69BA}"/>
    <dgm:cxn modelId="{E36DCD66-B027-43AE-9C40-4047FA678BB3}" type="presOf" srcId="{39797821-DAF4-49B5-AC72-F9994599E525}" destId="{75439568-8FBC-426C-B74A-36DCC9A8A2E3}" srcOrd="0" destOrd="1" presId="urn:microsoft.com/office/officeart/2005/8/layout/list1"/>
    <dgm:cxn modelId="{12E2874E-A5E3-4C29-8AD9-8CDBCE6DFBF9}" type="presOf" srcId="{6A3113C9-7AFD-43B5-A50C-675078178698}" destId="{F8B9D5E9-5BEA-40DB-9E28-91CC7E4BE254}" srcOrd="0" destOrd="0" presId="urn:microsoft.com/office/officeart/2005/8/layout/list1"/>
    <dgm:cxn modelId="{153F2254-C898-4EB5-BEB5-A54A3CD1096E}" type="presOf" srcId="{E973D3A1-6456-4C99-BF3D-3EA1FF971804}" destId="{2C4279C1-7836-4865-BD3B-6A8A1C96C312}" srcOrd="0" destOrd="0" presId="urn:microsoft.com/office/officeart/2005/8/layout/list1"/>
    <dgm:cxn modelId="{583BFF8F-A263-46AA-BD0C-02412505FBD1}" type="presOf" srcId="{49ABC44E-7B08-4027-B736-85580A815A2C}" destId="{7FF79051-E8F4-4C73-9BB4-9A79C8F4086F}" srcOrd="1" destOrd="0" presId="urn:microsoft.com/office/officeart/2005/8/layout/list1"/>
    <dgm:cxn modelId="{B73DFEA6-EBEF-4C9B-BC74-E967FEE25949}" srcId="{49ABC44E-7B08-4027-B736-85580A815A2C}" destId="{204C923A-726E-4010-AAED-5E25FD8073C4}" srcOrd="1" destOrd="0" parTransId="{33575948-68DA-4995-B97B-7E54C9FA9113}" sibTransId="{2186DD12-9C42-4FA7-8EE6-76B3733DA4E5}"/>
    <dgm:cxn modelId="{24B256B1-8266-495E-9976-17A8427226AF}" type="presOf" srcId="{FF07E2C8-29BE-4132-925B-869B9D5E1A16}" destId="{670E9383-1607-4F72-84E5-63A67FAC1873}" srcOrd="1" destOrd="0" presId="urn:microsoft.com/office/officeart/2005/8/layout/list1"/>
    <dgm:cxn modelId="{04A758B1-DD2A-48F1-B313-576E8B50176F}" type="presOf" srcId="{5E9354B3-07C6-42A2-9E27-67DF122B4B33}" destId="{75439568-8FBC-426C-B74A-36DCC9A8A2E3}" srcOrd="0" destOrd="0" presId="urn:microsoft.com/office/officeart/2005/8/layout/list1"/>
    <dgm:cxn modelId="{D30D6EF9-4A71-4A9C-934F-BA77BE6740D5}" type="presOf" srcId="{49ABC44E-7B08-4027-B736-85580A815A2C}" destId="{0D2C0A8A-02F1-434C-8586-6FF85374CE6E}" srcOrd="0" destOrd="0" presId="urn:microsoft.com/office/officeart/2005/8/layout/list1"/>
    <dgm:cxn modelId="{39E801EA-875E-48FC-AAF9-7903833D2277}" type="presParOf" srcId="{2C4279C1-7836-4865-BD3B-6A8A1C96C312}" destId="{062F8E4C-1896-4AF5-93F9-38E7010544DC}" srcOrd="0" destOrd="0" presId="urn:microsoft.com/office/officeart/2005/8/layout/list1"/>
    <dgm:cxn modelId="{968E2B46-D69E-440B-9722-9C7E4587F841}" type="presParOf" srcId="{062F8E4C-1896-4AF5-93F9-38E7010544DC}" destId="{0D2C0A8A-02F1-434C-8586-6FF85374CE6E}" srcOrd="0" destOrd="0" presId="urn:microsoft.com/office/officeart/2005/8/layout/list1"/>
    <dgm:cxn modelId="{79E6E241-455C-4D5D-89C8-B5A898418597}" type="presParOf" srcId="{062F8E4C-1896-4AF5-93F9-38E7010544DC}" destId="{7FF79051-E8F4-4C73-9BB4-9A79C8F4086F}" srcOrd="1" destOrd="0" presId="urn:microsoft.com/office/officeart/2005/8/layout/list1"/>
    <dgm:cxn modelId="{EF984B24-BFC1-474B-8AEF-5D83BEE629A8}" type="presParOf" srcId="{2C4279C1-7836-4865-BD3B-6A8A1C96C312}" destId="{7583A420-CC64-4DD9-91D3-8E8427407440}" srcOrd="1" destOrd="0" presId="urn:microsoft.com/office/officeart/2005/8/layout/list1"/>
    <dgm:cxn modelId="{73CA3647-3C50-4A66-95D5-6124F8C53538}" type="presParOf" srcId="{2C4279C1-7836-4865-BD3B-6A8A1C96C312}" destId="{F8B9D5E9-5BEA-40DB-9E28-91CC7E4BE254}" srcOrd="2" destOrd="0" presId="urn:microsoft.com/office/officeart/2005/8/layout/list1"/>
    <dgm:cxn modelId="{EFC3D972-9EFD-4850-A58C-90C027E1E43B}" type="presParOf" srcId="{2C4279C1-7836-4865-BD3B-6A8A1C96C312}" destId="{08C7CE4F-F6D8-4F69-B8C3-D074A9E368F8}" srcOrd="3" destOrd="0" presId="urn:microsoft.com/office/officeart/2005/8/layout/list1"/>
    <dgm:cxn modelId="{AE00FECF-A086-4145-AC4F-AEAF80588914}" type="presParOf" srcId="{2C4279C1-7836-4865-BD3B-6A8A1C96C312}" destId="{1C47DBC0-3DB0-4D49-9FC9-64DA4B1BFAA8}" srcOrd="4" destOrd="0" presId="urn:microsoft.com/office/officeart/2005/8/layout/list1"/>
    <dgm:cxn modelId="{2B2E710F-5B50-4189-83DE-5F85853D431D}" type="presParOf" srcId="{1C47DBC0-3DB0-4D49-9FC9-64DA4B1BFAA8}" destId="{E46F54F2-3D0A-4434-8FE1-EC072426551A}" srcOrd="0" destOrd="0" presId="urn:microsoft.com/office/officeart/2005/8/layout/list1"/>
    <dgm:cxn modelId="{D401D0EA-9F32-4E75-9C0D-67C1B7784908}" type="presParOf" srcId="{1C47DBC0-3DB0-4D49-9FC9-64DA4B1BFAA8}" destId="{670E9383-1607-4F72-84E5-63A67FAC1873}" srcOrd="1" destOrd="0" presId="urn:microsoft.com/office/officeart/2005/8/layout/list1"/>
    <dgm:cxn modelId="{00223CD5-B242-40E5-998A-A8F5C15F5212}" type="presParOf" srcId="{2C4279C1-7836-4865-BD3B-6A8A1C96C312}" destId="{A616B1DC-18F9-4D0F-B08D-78B79F6B0DFE}" srcOrd="5" destOrd="0" presId="urn:microsoft.com/office/officeart/2005/8/layout/list1"/>
    <dgm:cxn modelId="{9E426536-EFEA-48AE-8209-25DB6A715353}" type="presParOf" srcId="{2C4279C1-7836-4865-BD3B-6A8A1C96C312}" destId="{75439568-8FBC-426C-B74A-36DCC9A8A2E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1821E3-B670-40BE-B964-23BCB4DF5F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165F84-C749-446A-83C5-95613861B17C}">
      <dgm:prSet/>
      <dgm:spPr/>
      <dgm:t>
        <a:bodyPr/>
        <a:lstStyle/>
        <a:p>
          <a:r>
            <a:rPr lang="en-US"/>
            <a:t>Members</a:t>
          </a:r>
        </a:p>
      </dgm:t>
    </dgm:pt>
    <dgm:pt modelId="{9C577542-596D-416C-B3E8-7BA5520B62BC}" type="parTrans" cxnId="{F5AC8B88-8F55-4358-B7AC-123953BAE04F}">
      <dgm:prSet/>
      <dgm:spPr/>
      <dgm:t>
        <a:bodyPr/>
        <a:lstStyle/>
        <a:p>
          <a:endParaRPr lang="en-US"/>
        </a:p>
      </dgm:t>
    </dgm:pt>
    <dgm:pt modelId="{F3AB4972-EE80-48AB-BDE2-C00461B062FD}" type="sibTrans" cxnId="{F5AC8B88-8F55-4358-B7AC-123953BAE04F}">
      <dgm:prSet/>
      <dgm:spPr/>
      <dgm:t>
        <a:bodyPr/>
        <a:lstStyle/>
        <a:p>
          <a:endParaRPr lang="en-US"/>
        </a:p>
      </dgm:t>
    </dgm:pt>
    <dgm:pt modelId="{1A3991A6-DAE6-43FF-8287-C2C9E067A953}">
      <dgm:prSet/>
      <dgm:spPr/>
      <dgm:t>
        <a:bodyPr/>
        <a:lstStyle/>
        <a:p>
          <a:r>
            <a:rPr lang="en-US"/>
            <a:t>routine, short, frequent rides  </a:t>
          </a:r>
        </a:p>
      </dgm:t>
    </dgm:pt>
    <dgm:pt modelId="{3F8FF527-D5BC-4F60-8D54-8BDC2B2C395D}" type="parTrans" cxnId="{FD616387-4855-4784-BD24-BDD343AE9509}">
      <dgm:prSet/>
      <dgm:spPr/>
      <dgm:t>
        <a:bodyPr/>
        <a:lstStyle/>
        <a:p>
          <a:endParaRPr lang="en-US"/>
        </a:p>
      </dgm:t>
    </dgm:pt>
    <dgm:pt modelId="{E632EAC3-7541-426D-9928-6CD1CBF574E2}" type="sibTrans" cxnId="{FD616387-4855-4784-BD24-BDD343AE9509}">
      <dgm:prSet/>
      <dgm:spPr/>
      <dgm:t>
        <a:bodyPr/>
        <a:lstStyle/>
        <a:p>
          <a:endParaRPr lang="en-US"/>
        </a:p>
      </dgm:t>
    </dgm:pt>
    <dgm:pt modelId="{9524AA3A-507E-4661-AA05-40E25E650074}">
      <dgm:prSet/>
      <dgm:spPr/>
      <dgm:t>
        <a:bodyPr/>
        <a:lstStyle/>
        <a:p>
          <a:r>
            <a:rPr lang="en-US"/>
            <a:t>Casual</a:t>
          </a:r>
        </a:p>
      </dgm:t>
    </dgm:pt>
    <dgm:pt modelId="{5EC669E8-D7B2-4C23-BE2C-9A4A4E474274}" type="parTrans" cxnId="{7DD8550B-728B-4C45-99C3-E6CBA5169FD7}">
      <dgm:prSet/>
      <dgm:spPr/>
      <dgm:t>
        <a:bodyPr/>
        <a:lstStyle/>
        <a:p>
          <a:endParaRPr lang="en-US"/>
        </a:p>
      </dgm:t>
    </dgm:pt>
    <dgm:pt modelId="{C50F542F-7331-4396-AE5C-5C0A1347771A}" type="sibTrans" cxnId="{7DD8550B-728B-4C45-99C3-E6CBA5169FD7}">
      <dgm:prSet/>
      <dgm:spPr/>
      <dgm:t>
        <a:bodyPr/>
        <a:lstStyle/>
        <a:p>
          <a:endParaRPr lang="en-US"/>
        </a:p>
      </dgm:t>
    </dgm:pt>
    <dgm:pt modelId="{BD6E0204-501D-4946-95ED-50DD89DDA86E}">
      <dgm:prSet/>
      <dgm:spPr/>
      <dgm:t>
        <a:bodyPr/>
        <a:lstStyle/>
        <a:p>
          <a:r>
            <a:rPr lang="en-US"/>
            <a:t>longer, leisure-based rides  </a:t>
          </a:r>
        </a:p>
      </dgm:t>
    </dgm:pt>
    <dgm:pt modelId="{02972236-9097-449C-AEB0-2C9E8412151A}" type="parTrans" cxnId="{A60EDFAB-9DDA-4CC8-A52C-76DCC1D0D909}">
      <dgm:prSet/>
      <dgm:spPr/>
      <dgm:t>
        <a:bodyPr/>
        <a:lstStyle/>
        <a:p>
          <a:endParaRPr lang="en-US"/>
        </a:p>
      </dgm:t>
    </dgm:pt>
    <dgm:pt modelId="{55B4C4AF-40CA-4A11-A157-A73B3BA7317E}" type="sibTrans" cxnId="{A60EDFAB-9DDA-4CC8-A52C-76DCC1D0D909}">
      <dgm:prSet/>
      <dgm:spPr/>
      <dgm:t>
        <a:bodyPr/>
        <a:lstStyle/>
        <a:p>
          <a:endParaRPr lang="en-US"/>
        </a:p>
      </dgm:t>
    </dgm:pt>
    <dgm:pt modelId="{50A7B441-A4DA-41EF-857A-DF8F18AEF168}">
      <dgm:prSet/>
      <dgm:spPr/>
      <dgm:t>
        <a:bodyPr/>
        <a:lstStyle/>
        <a:p>
          <a:r>
            <a:rPr lang="en-US"/>
            <a:t>Clear behavioral segmentation exists</a:t>
          </a:r>
        </a:p>
      </dgm:t>
    </dgm:pt>
    <dgm:pt modelId="{2D7B2710-C92A-4722-8F33-73245DE2664D}" type="parTrans" cxnId="{2FEB7FB9-7167-4133-97F6-C2B95DF8CBB2}">
      <dgm:prSet/>
      <dgm:spPr/>
      <dgm:t>
        <a:bodyPr/>
        <a:lstStyle/>
        <a:p>
          <a:endParaRPr lang="en-US"/>
        </a:p>
      </dgm:t>
    </dgm:pt>
    <dgm:pt modelId="{B441EE4B-49EF-460E-B9F5-9D7C91318224}" type="sibTrans" cxnId="{2FEB7FB9-7167-4133-97F6-C2B95DF8CBB2}">
      <dgm:prSet/>
      <dgm:spPr/>
      <dgm:t>
        <a:bodyPr/>
        <a:lstStyle/>
        <a:p>
          <a:endParaRPr lang="en-US"/>
        </a:p>
      </dgm:t>
    </dgm:pt>
    <dgm:pt modelId="{E1394661-4D6F-49BA-9DB9-78C61ECED31F}" type="pres">
      <dgm:prSet presAssocID="{DC1821E3-B670-40BE-B964-23BCB4DF5FD0}" presName="linear" presStyleCnt="0">
        <dgm:presLayoutVars>
          <dgm:dir/>
          <dgm:animLvl val="lvl"/>
          <dgm:resizeHandles val="exact"/>
        </dgm:presLayoutVars>
      </dgm:prSet>
      <dgm:spPr/>
    </dgm:pt>
    <dgm:pt modelId="{3FD11FCD-2F56-493D-A748-F1B3C5A91AE6}" type="pres">
      <dgm:prSet presAssocID="{B4165F84-C749-446A-83C5-95613861B17C}" presName="parentLin" presStyleCnt="0"/>
      <dgm:spPr/>
    </dgm:pt>
    <dgm:pt modelId="{F837B600-2EE4-4A3B-B56E-3CF872CE68FC}" type="pres">
      <dgm:prSet presAssocID="{B4165F84-C749-446A-83C5-95613861B17C}" presName="parentLeftMargin" presStyleLbl="node1" presStyleIdx="0" presStyleCnt="3"/>
      <dgm:spPr/>
    </dgm:pt>
    <dgm:pt modelId="{16100544-C1B6-45FC-81BD-AA91078B15C4}" type="pres">
      <dgm:prSet presAssocID="{B4165F84-C749-446A-83C5-95613861B1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50171FD-FAFC-4D11-ACC3-1E7CA802490E}" type="pres">
      <dgm:prSet presAssocID="{B4165F84-C749-446A-83C5-95613861B17C}" presName="negativeSpace" presStyleCnt="0"/>
      <dgm:spPr/>
    </dgm:pt>
    <dgm:pt modelId="{644188F7-92C6-4153-BD8C-C334282D87D9}" type="pres">
      <dgm:prSet presAssocID="{B4165F84-C749-446A-83C5-95613861B17C}" presName="childText" presStyleLbl="conFgAcc1" presStyleIdx="0" presStyleCnt="3">
        <dgm:presLayoutVars>
          <dgm:bulletEnabled val="1"/>
        </dgm:presLayoutVars>
      </dgm:prSet>
      <dgm:spPr/>
    </dgm:pt>
    <dgm:pt modelId="{99B5CCB7-E248-43C6-B13C-6B30B60A1130}" type="pres">
      <dgm:prSet presAssocID="{F3AB4972-EE80-48AB-BDE2-C00461B062FD}" presName="spaceBetweenRectangles" presStyleCnt="0"/>
      <dgm:spPr/>
    </dgm:pt>
    <dgm:pt modelId="{9A16EB51-CA8B-4403-AF2B-FE530695C64B}" type="pres">
      <dgm:prSet presAssocID="{9524AA3A-507E-4661-AA05-40E25E650074}" presName="parentLin" presStyleCnt="0"/>
      <dgm:spPr/>
    </dgm:pt>
    <dgm:pt modelId="{DA705AFB-65C2-4568-B415-F65B69D0CE9C}" type="pres">
      <dgm:prSet presAssocID="{9524AA3A-507E-4661-AA05-40E25E650074}" presName="parentLeftMargin" presStyleLbl="node1" presStyleIdx="0" presStyleCnt="3"/>
      <dgm:spPr/>
    </dgm:pt>
    <dgm:pt modelId="{E40FAC71-ADB0-4AD6-9083-AA7885ED2FC7}" type="pres">
      <dgm:prSet presAssocID="{9524AA3A-507E-4661-AA05-40E25E6500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CBF72FE-8591-4210-82A5-EB073965B11C}" type="pres">
      <dgm:prSet presAssocID="{9524AA3A-507E-4661-AA05-40E25E650074}" presName="negativeSpace" presStyleCnt="0"/>
      <dgm:spPr/>
    </dgm:pt>
    <dgm:pt modelId="{BDE156F3-0F6A-49C2-AD08-A20FEB2C9555}" type="pres">
      <dgm:prSet presAssocID="{9524AA3A-507E-4661-AA05-40E25E650074}" presName="childText" presStyleLbl="conFgAcc1" presStyleIdx="1" presStyleCnt="3">
        <dgm:presLayoutVars>
          <dgm:bulletEnabled val="1"/>
        </dgm:presLayoutVars>
      </dgm:prSet>
      <dgm:spPr/>
    </dgm:pt>
    <dgm:pt modelId="{B6552FAB-FD6E-42F8-A237-A8D022FE8265}" type="pres">
      <dgm:prSet presAssocID="{C50F542F-7331-4396-AE5C-5C0A1347771A}" presName="spaceBetweenRectangles" presStyleCnt="0"/>
      <dgm:spPr/>
    </dgm:pt>
    <dgm:pt modelId="{EE8BA44D-D34F-46CB-965A-9FE97643EA39}" type="pres">
      <dgm:prSet presAssocID="{50A7B441-A4DA-41EF-857A-DF8F18AEF168}" presName="parentLin" presStyleCnt="0"/>
      <dgm:spPr/>
    </dgm:pt>
    <dgm:pt modelId="{DB02AF4D-E372-44EE-B18C-B387C4C83C60}" type="pres">
      <dgm:prSet presAssocID="{50A7B441-A4DA-41EF-857A-DF8F18AEF168}" presName="parentLeftMargin" presStyleLbl="node1" presStyleIdx="1" presStyleCnt="3"/>
      <dgm:spPr/>
    </dgm:pt>
    <dgm:pt modelId="{4F597E6D-352D-4358-AD02-BF2DC90C7954}" type="pres">
      <dgm:prSet presAssocID="{50A7B441-A4DA-41EF-857A-DF8F18AEF16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A46B4DF-21A3-44BB-9EC1-2F58CA5C5C11}" type="pres">
      <dgm:prSet presAssocID="{50A7B441-A4DA-41EF-857A-DF8F18AEF168}" presName="negativeSpace" presStyleCnt="0"/>
      <dgm:spPr/>
    </dgm:pt>
    <dgm:pt modelId="{95DA5EBA-34F3-4F5F-BEE3-09D4F54294B8}" type="pres">
      <dgm:prSet presAssocID="{50A7B441-A4DA-41EF-857A-DF8F18AEF16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DD8550B-728B-4C45-99C3-E6CBA5169FD7}" srcId="{DC1821E3-B670-40BE-B964-23BCB4DF5FD0}" destId="{9524AA3A-507E-4661-AA05-40E25E650074}" srcOrd="1" destOrd="0" parTransId="{5EC669E8-D7B2-4C23-BE2C-9A4A4E474274}" sibTransId="{C50F542F-7331-4396-AE5C-5C0A1347771A}"/>
    <dgm:cxn modelId="{04648325-9E0C-4A4A-A5D2-EB78CF307C2E}" type="presOf" srcId="{1A3991A6-DAE6-43FF-8287-C2C9E067A953}" destId="{644188F7-92C6-4153-BD8C-C334282D87D9}" srcOrd="0" destOrd="0" presId="urn:microsoft.com/office/officeart/2005/8/layout/list1"/>
    <dgm:cxn modelId="{665FFC2E-C153-4226-A21C-90566026F453}" type="presOf" srcId="{50A7B441-A4DA-41EF-857A-DF8F18AEF168}" destId="{DB02AF4D-E372-44EE-B18C-B387C4C83C60}" srcOrd="0" destOrd="0" presId="urn:microsoft.com/office/officeart/2005/8/layout/list1"/>
    <dgm:cxn modelId="{8F681841-6137-4F66-BB3C-B6D178E773EE}" type="presOf" srcId="{50A7B441-A4DA-41EF-857A-DF8F18AEF168}" destId="{4F597E6D-352D-4358-AD02-BF2DC90C7954}" srcOrd="1" destOrd="0" presId="urn:microsoft.com/office/officeart/2005/8/layout/list1"/>
    <dgm:cxn modelId="{AA3DAB50-DD1B-484A-B088-D7A038EFE404}" type="presOf" srcId="{B4165F84-C749-446A-83C5-95613861B17C}" destId="{F837B600-2EE4-4A3B-B56E-3CF872CE68FC}" srcOrd="0" destOrd="0" presId="urn:microsoft.com/office/officeart/2005/8/layout/list1"/>
    <dgm:cxn modelId="{FD616387-4855-4784-BD24-BDD343AE9509}" srcId="{B4165F84-C749-446A-83C5-95613861B17C}" destId="{1A3991A6-DAE6-43FF-8287-C2C9E067A953}" srcOrd="0" destOrd="0" parTransId="{3F8FF527-D5BC-4F60-8D54-8BDC2B2C395D}" sibTransId="{E632EAC3-7541-426D-9928-6CD1CBF574E2}"/>
    <dgm:cxn modelId="{F2103F88-325E-4D54-B8A7-B21022CDE02C}" type="presOf" srcId="{B4165F84-C749-446A-83C5-95613861B17C}" destId="{16100544-C1B6-45FC-81BD-AA91078B15C4}" srcOrd="1" destOrd="0" presId="urn:microsoft.com/office/officeart/2005/8/layout/list1"/>
    <dgm:cxn modelId="{F5AC8B88-8F55-4358-B7AC-123953BAE04F}" srcId="{DC1821E3-B670-40BE-B964-23BCB4DF5FD0}" destId="{B4165F84-C749-446A-83C5-95613861B17C}" srcOrd="0" destOrd="0" parTransId="{9C577542-596D-416C-B3E8-7BA5520B62BC}" sibTransId="{F3AB4972-EE80-48AB-BDE2-C00461B062FD}"/>
    <dgm:cxn modelId="{0637FD9C-AE1D-4229-89C0-8914700E4D88}" type="presOf" srcId="{9524AA3A-507E-4661-AA05-40E25E650074}" destId="{DA705AFB-65C2-4568-B415-F65B69D0CE9C}" srcOrd="0" destOrd="0" presId="urn:microsoft.com/office/officeart/2005/8/layout/list1"/>
    <dgm:cxn modelId="{9A6AB2A9-169F-40A1-BE8F-5C1EDC41DD54}" type="presOf" srcId="{DC1821E3-B670-40BE-B964-23BCB4DF5FD0}" destId="{E1394661-4D6F-49BA-9DB9-78C61ECED31F}" srcOrd="0" destOrd="0" presId="urn:microsoft.com/office/officeart/2005/8/layout/list1"/>
    <dgm:cxn modelId="{A60EDFAB-9DDA-4CC8-A52C-76DCC1D0D909}" srcId="{9524AA3A-507E-4661-AA05-40E25E650074}" destId="{BD6E0204-501D-4946-95ED-50DD89DDA86E}" srcOrd="0" destOrd="0" parTransId="{02972236-9097-449C-AEB0-2C9E8412151A}" sibTransId="{55B4C4AF-40CA-4A11-A157-A73B3BA7317E}"/>
    <dgm:cxn modelId="{2FEB7FB9-7167-4133-97F6-C2B95DF8CBB2}" srcId="{DC1821E3-B670-40BE-B964-23BCB4DF5FD0}" destId="{50A7B441-A4DA-41EF-857A-DF8F18AEF168}" srcOrd="2" destOrd="0" parTransId="{2D7B2710-C92A-4722-8F33-73245DE2664D}" sibTransId="{B441EE4B-49EF-460E-B9F5-9D7C91318224}"/>
    <dgm:cxn modelId="{5C0CAEDD-F3CE-43C8-9DFE-C932A374A75D}" type="presOf" srcId="{BD6E0204-501D-4946-95ED-50DD89DDA86E}" destId="{BDE156F3-0F6A-49C2-AD08-A20FEB2C9555}" srcOrd="0" destOrd="0" presId="urn:microsoft.com/office/officeart/2005/8/layout/list1"/>
    <dgm:cxn modelId="{DBEFDAE9-F640-4DE4-AF58-90DDB1CEA3A3}" type="presOf" srcId="{9524AA3A-507E-4661-AA05-40E25E650074}" destId="{E40FAC71-ADB0-4AD6-9083-AA7885ED2FC7}" srcOrd="1" destOrd="0" presId="urn:microsoft.com/office/officeart/2005/8/layout/list1"/>
    <dgm:cxn modelId="{22EB9086-3964-4E66-B943-88626B4A3D1A}" type="presParOf" srcId="{E1394661-4D6F-49BA-9DB9-78C61ECED31F}" destId="{3FD11FCD-2F56-493D-A748-F1B3C5A91AE6}" srcOrd="0" destOrd="0" presId="urn:microsoft.com/office/officeart/2005/8/layout/list1"/>
    <dgm:cxn modelId="{600F48C8-9EA6-4498-9FEF-588578C33590}" type="presParOf" srcId="{3FD11FCD-2F56-493D-A748-F1B3C5A91AE6}" destId="{F837B600-2EE4-4A3B-B56E-3CF872CE68FC}" srcOrd="0" destOrd="0" presId="urn:microsoft.com/office/officeart/2005/8/layout/list1"/>
    <dgm:cxn modelId="{2AA02B6E-C002-4042-ABEC-65DCBF8C459F}" type="presParOf" srcId="{3FD11FCD-2F56-493D-A748-F1B3C5A91AE6}" destId="{16100544-C1B6-45FC-81BD-AA91078B15C4}" srcOrd="1" destOrd="0" presId="urn:microsoft.com/office/officeart/2005/8/layout/list1"/>
    <dgm:cxn modelId="{9C4B0642-C27E-4C6F-876A-CD203A91F500}" type="presParOf" srcId="{E1394661-4D6F-49BA-9DB9-78C61ECED31F}" destId="{350171FD-FAFC-4D11-ACC3-1E7CA802490E}" srcOrd="1" destOrd="0" presId="urn:microsoft.com/office/officeart/2005/8/layout/list1"/>
    <dgm:cxn modelId="{0B5B23DC-3B80-4B37-97A5-89B1A846ACDC}" type="presParOf" srcId="{E1394661-4D6F-49BA-9DB9-78C61ECED31F}" destId="{644188F7-92C6-4153-BD8C-C334282D87D9}" srcOrd="2" destOrd="0" presId="urn:microsoft.com/office/officeart/2005/8/layout/list1"/>
    <dgm:cxn modelId="{39BB0ACF-C7B6-499C-B359-ACA1D5C6115D}" type="presParOf" srcId="{E1394661-4D6F-49BA-9DB9-78C61ECED31F}" destId="{99B5CCB7-E248-43C6-B13C-6B30B60A1130}" srcOrd="3" destOrd="0" presId="urn:microsoft.com/office/officeart/2005/8/layout/list1"/>
    <dgm:cxn modelId="{F632A612-64E5-435B-981E-3A552EF7F331}" type="presParOf" srcId="{E1394661-4D6F-49BA-9DB9-78C61ECED31F}" destId="{9A16EB51-CA8B-4403-AF2B-FE530695C64B}" srcOrd="4" destOrd="0" presId="urn:microsoft.com/office/officeart/2005/8/layout/list1"/>
    <dgm:cxn modelId="{447D4FA3-1412-438F-BB06-4142D6314760}" type="presParOf" srcId="{9A16EB51-CA8B-4403-AF2B-FE530695C64B}" destId="{DA705AFB-65C2-4568-B415-F65B69D0CE9C}" srcOrd="0" destOrd="0" presId="urn:microsoft.com/office/officeart/2005/8/layout/list1"/>
    <dgm:cxn modelId="{8F993D8B-62BA-4C5D-9F41-492F452C56D2}" type="presParOf" srcId="{9A16EB51-CA8B-4403-AF2B-FE530695C64B}" destId="{E40FAC71-ADB0-4AD6-9083-AA7885ED2FC7}" srcOrd="1" destOrd="0" presId="urn:microsoft.com/office/officeart/2005/8/layout/list1"/>
    <dgm:cxn modelId="{1B1DAC54-7FF6-4C79-A335-5A26602FD899}" type="presParOf" srcId="{E1394661-4D6F-49BA-9DB9-78C61ECED31F}" destId="{6CBF72FE-8591-4210-82A5-EB073965B11C}" srcOrd="5" destOrd="0" presId="urn:microsoft.com/office/officeart/2005/8/layout/list1"/>
    <dgm:cxn modelId="{B9C9841C-887C-4827-B614-3AB5BAB6BD8A}" type="presParOf" srcId="{E1394661-4D6F-49BA-9DB9-78C61ECED31F}" destId="{BDE156F3-0F6A-49C2-AD08-A20FEB2C9555}" srcOrd="6" destOrd="0" presId="urn:microsoft.com/office/officeart/2005/8/layout/list1"/>
    <dgm:cxn modelId="{485F3A70-D578-4031-B264-5070761DD33C}" type="presParOf" srcId="{E1394661-4D6F-49BA-9DB9-78C61ECED31F}" destId="{B6552FAB-FD6E-42F8-A237-A8D022FE8265}" srcOrd="7" destOrd="0" presId="urn:microsoft.com/office/officeart/2005/8/layout/list1"/>
    <dgm:cxn modelId="{19C24DA9-5F49-41BD-985F-C5DCA44AB860}" type="presParOf" srcId="{E1394661-4D6F-49BA-9DB9-78C61ECED31F}" destId="{EE8BA44D-D34F-46CB-965A-9FE97643EA39}" srcOrd="8" destOrd="0" presId="urn:microsoft.com/office/officeart/2005/8/layout/list1"/>
    <dgm:cxn modelId="{A4A1C55E-B1D8-43A0-9007-14F5E5F67DD5}" type="presParOf" srcId="{EE8BA44D-D34F-46CB-965A-9FE97643EA39}" destId="{DB02AF4D-E372-44EE-B18C-B387C4C83C60}" srcOrd="0" destOrd="0" presId="urn:microsoft.com/office/officeart/2005/8/layout/list1"/>
    <dgm:cxn modelId="{1C892629-DC58-47AD-A831-B1E8CC6B338B}" type="presParOf" srcId="{EE8BA44D-D34F-46CB-965A-9FE97643EA39}" destId="{4F597E6D-352D-4358-AD02-BF2DC90C7954}" srcOrd="1" destOrd="0" presId="urn:microsoft.com/office/officeart/2005/8/layout/list1"/>
    <dgm:cxn modelId="{16D11C95-B79E-40E8-A857-B60C73444280}" type="presParOf" srcId="{E1394661-4D6F-49BA-9DB9-78C61ECED31F}" destId="{4A46B4DF-21A3-44BB-9EC1-2F58CA5C5C11}" srcOrd="9" destOrd="0" presId="urn:microsoft.com/office/officeart/2005/8/layout/list1"/>
    <dgm:cxn modelId="{C68A7FB9-ADDB-4306-AA53-81D13F7BA618}" type="presParOf" srcId="{E1394661-4D6F-49BA-9DB9-78C61ECED31F}" destId="{95DA5EBA-34F3-4F5F-BEE3-09D4F54294B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43C4F21-C22A-4BB7-82DF-A7AF34CA0308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1064B2C-E998-402C-AB37-066D37615216}">
      <dgm:prSet/>
      <dgm:spPr/>
      <dgm:t>
        <a:bodyPr/>
        <a:lstStyle/>
        <a:p>
          <a:r>
            <a:rPr lang="en-US"/>
            <a:t>Offer</a:t>
          </a:r>
        </a:p>
      </dgm:t>
    </dgm:pt>
    <dgm:pt modelId="{9D94A09E-C25F-4FAD-9EC0-D1024D60E8E1}" type="parTrans" cxnId="{E4D6B81C-C55A-425F-8D87-E3EB64B5E06B}">
      <dgm:prSet/>
      <dgm:spPr/>
      <dgm:t>
        <a:bodyPr/>
        <a:lstStyle/>
        <a:p>
          <a:endParaRPr lang="en-US"/>
        </a:p>
      </dgm:t>
    </dgm:pt>
    <dgm:pt modelId="{655B6C72-1620-40DA-B328-DBD0A03F4FFC}" type="sibTrans" cxnId="{E4D6B81C-C55A-425F-8D87-E3EB64B5E06B}">
      <dgm:prSet/>
      <dgm:spPr/>
      <dgm:t>
        <a:bodyPr/>
        <a:lstStyle/>
        <a:p>
          <a:endParaRPr lang="en-US"/>
        </a:p>
      </dgm:t>
    </dgm:pt>
    <dgm:pt modelId="{74AA1CAB-6499-4E72-9F1B-26649FEADF47}">
      <dgm:prSet/>
      <dgm:spPr/>
      <dgm:t>
        <a:bodyPr/>
        <a:lstStyle/>
        <a:p>
          <a:r>
            <a:rPr lang="en-US"/>
            <a:t>Offer weekend-to-membership promotions</a:t>
          </a:r>
        </a:p>
      </dgm:t>
    </dgm:pt>
    <dgm:pt modelId="{8580E5EB-782A-44F0-A149-D05D4970907B}" type="parTrans" cxnId="{76D195DB-7353-41BA-A9D0-D69781085463}">
      <dgm:prSet/>
      <dgm:spPr/>
      <dgm:t>
        <a:bodyPr/>
        <a:lstStyle/>
        <a:p>
          <a:endParaRPr lang="en-US"/>
        </a:p>
      </dgm:t>
    </dgm:pt>
    <dgm:pt modelId="{8B798B41-F21A-4F10-B785-9D2BC266B37E}" type="sibTrans" cxnId="{76D195DB-7353-41BA-A9D0-D69781085463}">
      <dgm:prSet/>
      <dgm:spPr/>
      <dgm:t>
        <a:bodyPr/>
        <a:lstStyle/>
        <a:p>
          <a:endParaRPr lang="en-US"/>
        </a:p>
      </dgm:t>
    </dgm:pt>
    <dgm:pt modelId="{5E464977-8A77-4F06-8E37-34F16637D7B1}">
      <dgm:prSet/>
      <dgm:spPr/>
      <dgm:t>
        <a:bodyPr/>
        <a:lstStyle/>
        <a:p>
          <a:r>
            <a:rPr lang="en-US"/>
            <a:t>Introduce</a:t>
          </a:r>
        </a:p>
      </dgm:t>
    </dgm:pt>
    <dgm:pt modelId="{B23678FF-A74F-4151-9DE9-E43B98ED56E7}" type="parTrans" cxnId="{075FD39A-E0C8-4D81-8DDD-327718B93B10}">
      <dgm:prSet/>
      <dgm:spPr/>
      <dgm:t>
        <a:bodyPr/>
        <a:lstStyle/>
        <a:p>
          <a:endParaRPr lang="en-US"/>
        </a:p>
      </dgm:t>
    </dgm:pt>
    <dgm:pt modelId="{F7E694F8-0F47-49AA-8D5F-717ACA4E6635}" type="sibTrans" cxnId="{075FD39A-E0C8-4D81-8DDD-327718B93B10}">
      <dgm:prSet/>
      <dgm:spPr/>
      <dgm:t>
        <a:bodyPr/>
        <a:lstStyle/>
        <a:p>
          <a:endParaRPr lang="en-US"/>
        </a:p>
      </dgm:t>
    </dgm:pt>
    <dgm:pt modelId="{46695C21-118D-428A-BCBC-2D139C72E6FA}">
      <dgm:prSet/>
      <dgm:spPr/>
      <dgm:t>
        <a:bodyPr/>
        <a:lstStyle/>
        <a:p>
          <a:r>
            <a:rPr lang="en-US"/>
            <a:t>Introduce ride bundles for casual users  </a:t>
          </a:r>
        </a:p>
      </dgm:t>
    </dgm:pt>
    <dgm:pt modelId="{05FBE469-BC1B-46B5-B510-CB7C8AC8301A}" type="parTrans" cxnId="{C9449E0D-2975-4A51-8101-B8A0A4663DDF}">
      <dgm:prSet/>
      <dgm:spPr/>
      <dgm:t>
        <a:bodyPr/>
        <a:lstStyle/>
        <a:p>
          <a:endParaRPr lang="en-US"/>
        </a:p>
      </dgm:t>
    </dgm:pt>
    <dgm:pt modelId="{220F444D-435D-4C9B-99B2-86C6BD249D50}" type="sibTrans" cxnId="{C9449E0D-2975-4A51-8101-B8A0A4663DDF}">
      <dgm:prSet/>
      <dgm:spPr/>
      <dgm:t>
        <a:bodyPr/>
        <a:lstStyle/>
        <a:p>
          <a:endParaRPr lang="en-US"/>
        </a:p>
      </dgm:t>
    </dgm:pt>
    <dgm:pt modelId="{C28772BF-125F-4FE8-8A6E-FD087903A68A}">
      <dgm:prSet/>
      <dgm:spPr/>
      <dgm:t>
        <a:bodyPr/>
        <a:lstStyle/>
        <a:p>
          <a:r>
            <a:rPr lang="en-US"/>
            <a:t>Target</a:t>
          </a:r>
        </a:p>
      </dgm:t>
    </dgm:pt>
    <dgm:pt modelId="{DDA80E87-F360-41E4-B856-7016F4C78582}" type="parTrans" cxnId="{1C6A441F-AC1E-479E-8108-94C448F1B3F8}">
      <dgm:prSet/>
      <dgm:spPr/>
      <dgm:t>
        <a:bodyPr/>
        <a:lstStyle/>
        <a:p>
          <a:endParaRPr lang="en-US"/>
        </a:p>
      </dgm:t>
    </dgm:pt>
    <dgm:pt modelId="{C98C78FC-C912-411D-BF74-DAAEC9F2913D}" type="sibTrans" cxnId="{1C6A441F-AC1E-479E-8108-94C448F1B3F8}">
      <dgm:prSet/>
      <dgm:spPr/>
      <dgm:t>
        <a:bodyPr/>
        <a:lstStyle/>
        <a:p>
          <a:endParaRPr lang="en-US"/>
        </a:p>
      </dgm:t>
    </dgm:pt>
    <dgm:pt modelId="{270DC054-70ED-4052-AA26-ED3239B5D756}">
      <dgm:prSet/>
      <dgm:spPr/>
      <dgm:t>
        <a:bodyPr/>
        <a:lstStyle/>
        <a:p>
          <a:r>
            <a:rPr lang="en-US"/>
            <a:t>Target afternoon usage campaigns  </a:t>
          </a:r>
        </a:p>
      </dgm:t>
    </dgm:pt>
    <dgm:pt modelId="{4EBD353D-B3E2-4274-BC39-3B9D5AAABCE2}" type="parTrans" cxnId="{343B2402-CA4E-4D06-9B0D-C4C230AD7F48}">
      <dgm:prSet/>
      <dgm:spPr/>
      <dgm:t>
        <a:bodyPr/>
        <a:lstStyle/>
        <a:p>
          <a:endParaRPr lang="en-US"/>
        </a:p>
      </dgm:t>
    </dgm:pt>
    <dgm:pt modelId="{93C89105-65FB-4342-BAF6-2250010FE379}" type="sibTrans" cxnId="{343B2402-CA4E-4D06-9B0D-C4C230AD7F48}">
      <dgm:prSet/>
      <dgm:spPr/>
      <dgm:t>
        <a:bodyPr/>
        <a:lstStyle/>
        <a:p>
          <a:endParaRPr lang="en-US"/>
        </a:p>
      </dgm:t>
    </dgm:pt>
    <dgm:pt modelId="{A27FAA99-916E-4D44-9C8C-16A4B884BD2A}">
      <dgm:prSet/>
      <dgm:spPr/>
      <dgm:t>
        <a:bodyPr/>
        <a:lstStyle/>
        <a:p>
          <a:r>
            <a:rPr lang="en-US"/>
            <a:t>Incentivize</a:t>
          </a:r>
        </a:p>
      </dgm:t>
    </dgm:pt>
    <dgm:pt modelId="{D6127CB4-233C-444F-B829-30C267EB2A36}" type="parTrans" cxnId="{A1F0A3D7-7606-4724-BE77-526C6AF4DAF3}">
      <dgm:prSet/>
      <dgm:spPr/>
      <dgm:t>
        <a:bodyPr/>
        <a:lstStyle/>
        <a:p>
          <a:endParaRPr lang="en-US"/>
        </a:p>
      </dgm:t>
    </dgm:pt>
    <dgm:pt modelId="{6C4351BC-2EDC-4735-A8F5-642D8CD200B7}" type="sibTrans" cxnId="{A1F0A3D7-7606-4724-BE77-526C6AF4DAF3}">
      <dgm:prSet/>
      <dgm:spPr/>
      <dgm:t>
        <a:bodyPr/>
        <a:lstStyle/>
        <a:p>
          <a:endParaRPr lang="en-US"/>
        </a:p>
      </dgm:t>
    </dgm:pt>
    <dgm:pt modelId="{219CFBEC-40CB-4EA6-8C76-DBCABBD44E7D}">
      <dgm:prSet/>
      <dgm:spPr/>
      <dgm:t>
        <a:bodyPr/>
        <a:lstStyle/>
        <a:p>
          <a:r>
            <a:rPr lang="en-US"/>
            <a:t>Incentivize long-ride users to convert</a:t>
          </a:r>
        </a:p>
      </dgm:t>
    </dgm:pt>
    <dgm:pt modelId="{71056E34-B5CF-48DA-A385-875AD461B5A8}" type="parTrans" cxnId="{2EA37506-AFFE-4EFC-8277-777DEC2C996C}">
      <dgm:prSet/>
      <dgm:spPr/>
      <dgm:t>
        <a:bodyPr/>
        <a:lstStyle/>
        <a:p>
          <a:endParaRPr lang="en-US"/>
        </a:p>
      </dgm:t>
    </dgm:pt>
    <dgm:pt modelId="{CFDEB6D9-8F27-4CF5-9680-7FEB3547C88D}" type="sibTrans" cxnId="{2EA37506-AFFE-4EFC-8277-777DEC2C996C}">
      <dgm:prSet/>
      <dgm:spPr/>
      <dgm:t>
        <a:bodyPr/>
        <a:lstStyle/>
        <a:p>
          <a:endParaRPr lang="en-US"/>
        </a:p>
      </dgm:t>
    </dgm:pt>
    <dgm:pt modelId="{88505EE3-D230-47A6-82CE-0F9D3E84E154}" type="pres">
      <dgm:prSet presAssocID="{B43C4F21-C22A-4BB7-82DF-A7AF34CA0308}" presName="Name0" presStyleCnt="0">
        <dgm:presLayoutVars>
          <dgm:dir/>
          <dgm:animLvl val="lvl"/>
          <dgm:resizeHandles val="exact"/>
        </dgm:presLayoutVars>
      </dgm:prSet>
      <dgm:spPr/>
    </dgm:pt>
    <dgm:pt modelId="{60A771F6-2BC2-4C68-9445-15EC6445F186}" type="pres">
      <dgm:prSet presAssocID="{41064B2C-E998-402C-AB37-066D37615216}" presName="linNode" presStyleCnt="0"/>
      <dgm:spPr/>
    </dgm:pt>
    <dgm:pt modelId="{D1910B45-ED83-44FC-8CEF-330056FBD688}" type="pres">
      <dgm:prSet presAssocID="{41064B2C-E998-402C-AB37-066D37615216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B89F58C3-854F-4977-831E-7BEFF7B199C9}" type="pres">
      <dgm:prSet presAssocID="{41064B2C-E998-402C-AB37-066D37615216}" presName="descendantText" presStyleLbl="alignNode1" presStyleIdx="0" presStyleCnt="4">
        <dgm:presLayoutVars>
          <dgm:bulletEnabled/>
        </dgm:presLayoutVars>
      </dgm:prSet>
      <dgm:spPr/>
    </dgm:pt>
    <dgm:pt modelId="{ACC43242-3894-41AF-BFE6-85996E4BF24D}" type="pres">
      <dgm:prSet presAssocID="{655B6C72-1620-40DA-B328-DBD0A03F4FFC}" presName="sp" presStyleCnt="0"/>
      <dgm:spPr/>
    </dgm:pt>
    <dgm:pt modelId="{4D791D3F-D8A5-4C10-9990-A436416B9940}" type="pres">
      <dgm:prSet presAssocID="{5E464977-8A77-4F06-8E37-34F16637D7B1}" presName="linNode" presStyleCnt="0"/>
      <dgm:spPr/>
    </dgm:pt>
    <dgm:pt modelId="{C335CAF2-472A-4F01-8EB4-8DF300A40213}" type="pres">
      <dgm:prSet presAssocID="{5E464977-8A77-4F06-8E37-34F16637D7B1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6611E882-CD24-4733-8DFF-61EEB38CF956}" type="pres">
      <dgm:prSet presAssocID="{5E464977-8A77-4F06-8E37-34F16637D7B1}" presName="descendantText" presStyleLbl="alignNode1" presStyleIdx="1" presStyleCnt="4">
        <dgm:presLayoutVars>
          <dgm:bulletEnabled/>
        </dgm:presLayoutVars>
      </dgm:prSet>
      <dgm:spPr/>
    </dgm:pt>
    <dgm:pt modelId="{4342DFD3-C481-4938-AF27-27C1D6ABA66C}" type="pres">
      <dgm:prSet presAssocID="{F7E694F8-0F47-49AA-8D5F-717ACA4E6635}" presName="sp" presStyleCnt="0"/>
      <dgm:spPr/>
    </dgm:pt>
    <dgm:pt modelId="{34566E1E-1816-49DC-BF33-1AE297921DBC}" type="pres">
      <dgm:prSet presAssocID="{C28772BF-125F-4FE8-8A6E-FD087903A68A}" presName="linNode" presStyleCnt="0"/>
      <dgm:spPr/>
    </dgm:pt>
    <dgm:pt modelId="{C33BA725-D0A0-4DC9-B6AB-9F1187739152}" type="pres">
      <dgm:prSet presAssocID="{C28772BF-125F-4FE8-8A6E-FD087903A68A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C1B95284-E14C-45F4-B369-B9DC8F1FBEBD}" type="pres">
      <dgm:prSet presAssocID="{C28772BF-125F-4FE8-8A6E-FD087903A68A}" presName="descendantText" presStyleLbl="alignNode1" presStyleIdx="2" presStyleCnt="4">
        <dgm:presLayoutVars>
          <dgm:bulletEnabled/>
        </dgm:presLayoutVars>
      </dgm:prSet>
      <dgm:spPr/>
    </dgm:pt>
    <dgm:pt modelId="{95F8A9BD-DC14-4DB8-B647-E30523BB58B3}" type="pres">
      <dgm:prSet presAssocID="{C98C78FC-C912-411D-BF74-DAAEC9F2913D}" presName="sp" presStyleCnt="0"/>
      <dgm:spPr/>
    </dgm:pt>
    <dgm:pt modelId="{04E55791-EF2D-43BA-9849-5ADFD3CB37AD}" type="pres">
      <dgm:prSet presAssocID="{A27FAA99-916E-4D44-9C8C-16A4B884BD2A}" presName="linNode" presStyleCnt="0"/>
      <dgm:spPr/>
    </dgm:pt>
    <dgm:pt modelId="{28FBA272-3E5B-4F6B-BD94-CE480558A14D}" type="pres">
      <dgm:prSet presAssocID="{A27FAA99-916E-4D44-9C8C-16A4B884BD2A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2B367EC3-33BE-48F8-8E38-2A7142F4B1E8}" type="pres">
      <dgm:prSet presAssocID="{A27FAA99-916E-4D44-9C8C-16A4B884BD2A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343B2402-CA4E-4D06-9B0D-C4C230AD7F48}" srcId="{C28772BF-125F-4FE8-8A6E-FD087903A68A}" destId="{270DC054-70ED-4052-AA26-ED3239B5D756}" srcOrd="0" destOrd="0" parTransId="{4EBD353D-B3E2-4274-BC39-3B9D5AAABCE2}" sibTransId="{93C89105-65FB-4342-BAF6-2250010FE379}"/>
    <dgm:cxn modelId="{2EA37506-AFFE-4EFC-8277-777DEC2C996C}" srcId="{A27FAA99-916E-4D44-9C8C-16A4B884BD2A}" destId="{219CFBEC-40CB-4EA6-8C76-DBCABBD44E7D}" srcOrd="0" destOrd="0" parTransId="{71056E34-B5CF-48DA-A385-875AD461B5A8}" sibTransId="{CFDEB6D9-8F27-4CF5-9680-7FEB3547C88D}"/>
    <dgm:cxn modelId="{1908160A-92C8-46FF-B181-8DDCD969AED1}" type="presOf" srcId="{41064B2C-E998-402C-AB37-066D37615216}" destId="{D1910B45-ED83-44FC-8CEF-330056FBD688}" srcOrd="0" destOrd="0" presId="urn:microsoft.com/office/officeart/2016/7/layout/VerticalHollowActionList"/>
    <dgm:cxn modelId="{C9449E0D-2975-4A51-8101-B8A0A4663DDF}" srcId="{5E464977-8A77-4F06-8E37-34F16637D7B1}" destId="{46695C21-118D-428A-BCBC-2D139C72E6FA}" srcOrd="0" destOrd="0" parTransId="{05FBE469-BC1B-46B5-B510-CB7C8AC8301A}" sibTransId="{220F444D-435D-4C9B-99B2-86C6BD249D50}"/>
    <dgm:cxn modelId="{E4D6B81C-C55A-425F-8D87-E3EB64B5E06B}" srcId="{B43C4F21-C22A-4BB7-82DF-A7AF34CA0308}" destId="{41064B2C-E998-402C-AB37-066D37615216}" srcOrd="0" destOrd="0" parTransId="{9D94A09E-C25F-4FAD-9EC0-D1024D60E8E1}" sibTransId="{655B6C72-1620-40DA-B328-DBD0A03F4FFC}"/>
    <dgm:cxn modelId="{1C6A441F-AC1E-479E-8108-94C448F1B3F8}" srcId="{B43C4F21-C22A-4BB7-82DF-A7AF34CA0308}" destId="{C28772BF-125F-4FE8-8A6E-FD087903A68A}" srcOrd="2" destOrd="0" parTransId="{DDA80E87-F360-41E4-B856-7016F4C78582}" sibTransId="{C98C78FC-C912-411D-BF74-DAAEC9F2913D}"/>
    <dgm:cxn modelId="{C5402E2E-BFC5-440A-AE5D-4DB463FE2D13}" type="presOf" srcId="{219CFBEC-40CB-4EA6-8C76-DBCABBD44E7D}" destId="{2B367EC3-33BE-48F8-8E38-2A7142F4B1E8}" srcOrd="0" destOrd="0" presId="urn:microsoft.com/office/officeart/2016/7/layout/VerticalHollowActionList"/>
    <dgm:cxn modelId="{21E86A41-E542-4B11-80DC-DFDB78EF601D}" type="presOf" srcId="{74AA1CAB-6499-4E72-9F1B-26649FEADF47}" destId="{B89F58C3-854F-4977-831E-7BEFF7B199C9}" srcOrd="0" destOrd="0" presId="urn:microsoft.com/office/officeart/2016/7/layout/VerticalHollowActionList"/>
    <dgm:cxn modelId="{E3DA7561-3861-4173-B698-AC9C0D68C7FE}" type="presOf" srcId="{46695C21-118D-428A-BCBC-2D139C72E6FA}" destId="{6611E882-CD24-4733-8DFF-61EEB38CF956}" srcOrd="0" destOrd="0" presId="urn:microsoft.com/office/officeart/2016/7/layout/VerticalHollowActionList"/>
    <dgm:cxn modelId="{DB430E63-A90A-4197-9B84-098FD7D4B993}" type="presOf" srcId="{5E464977-8A77-4F06-8E37-34F16637D7B1}" destId="{C335CAF2-472A-4F01-8EB4-8DF300A40213}" srcOrd="0" destOrd="0" presId="urn:microsoft.com/office/officeart/2016/7/layout/VerticalHollowActionList"/>
    <dgm:cxn modelId="{D621387F-03DF-4555-8FE4-1F6F77630A66}" type="presOf" srcId="{C28772BF-125F-4FE8-8A6E-FD087903A68A}" destId="{C33BA725-D0A0-4DC9-B6AB-9F1187739152}" srcOrd="0" destOrd="0" presId="urn:microsoft.com/office/officeart/2016/7/layout/VerticalHollowActionList"/>
    <dgm:cxn modelId="{1532817F-37F5-42BE-91A2-BB5450394C81}" type="presOf" srcId="{B43C4F21-C22A-4BB7-82DF-A7AF34CA0308}" destId="{88505EE3-D230-47A6-82CE-0F9D3E84E154}" srcOrd="0" destOrd="0" presId="urn:microsoft.com/office/officeart/2016/7/layout/VerticalHollowActionList"/>
    <dgm:cxn modelId="{B0987683-AC2F-4BC1-94DE-CD9CC46A9D0A}" type="presOf" srcId="{A27FAA99-916E-4D44-9C8C-16A4B884BD2A}" destId="{28FBA272-3E5B-4F6B-BD94-CE480558A14D}" srcOrd="0" destOrd="0" presId="urn:microsoft.com/office/officeart/2016/7/layout/VerticalHollowActionList"/>
    <dgm:cxn modelId="{075FD39A-E0C8-4D81-8DDD-327718B93B10}" srcId="{B43C4F21-C22A-4BB7-82DF-A7AF34CA0308}" destId="{5E464977-8A77-4F06-8E37-34F16637D7B1}" srcOrd="1" destOrd="0" parTransId="{B23678FF-A74F-4151-9DE9-E43B98ED56E7}" sibTransId="{F7E694F8-0F47-49AA-8D5F-717ACA4E6635}"/>
    <dgm:cxn modelId="{A81EE4C7-7C50-4D24-81B2-764F951D71B4}" type="presOf" srcId="{270DC054-70ED-4052-AA26-ED3239B5D756}" destId="{C1B95284-E14C-45F4-B369-B9DC8F1FBEBD}" srcOrd="0" destOrd="0" presId="urn:microsoft.com/office/officeart/2016/7/layout/VerticalHollowActionList"/>
    <dgm:cxn modelId="{A1F0A3D7-7606-4724-BE77-526C6AF4DAF3}" srcId="{B43C4F21-C22A-4BB7-82DF-A7AF34CA0308}" destId="{A27FAA99-916E-4D44-9C8C-16A4B884BD2A}" srcOrd="3" destOrd="0" parTransId="{D6127CB4-233C-444F-B829-30C267EB2A36}" sibTransId="{6C4351BC-2EDC-4735-A8F5-642D8CD200B7}"/>
    <dgm:cxn modelId="{76D195DB-7353-41BA-A9D0-D69781085463}" srcId="{41064B2C-E998-402C-AB37-066D37615216}" destId="{74AA1CAB-6499-4E72-9F1B-26649FEADF47}" srcOrd="0" destOrd="0" parTransId="{8580E5EB-782A-44F0-A149-D05D4970907B}" sibTransId="{8B798B41-F21A-4F10-B785-9D2BC266B37E}"/>
    <dgm:cxn modelId="{EBCD8255-DE4D-44A7-A932-83BF4DC66C14}" type="presParOf" srcId="{88505EE3-D230-47A6-82CE-0F9D3E84E154}" destId="{60A771F6-2BC2-4C68-9445-15EC6445F186}" srcOrd="0" destOrd="0" presId="urn:microsoft.com/office/officeart/2016/7/layout/VerticalHollowActionList"/>
    <dgm:cxn modelId="{2E8FBD3B-6948-4391-9E1F-6D4446470639}" type="presParOf" srcId="{60A771F6-2BC2-4C68-9445-15EC6445F186}" destId="{D1910B45-ED83-44FC-8CEF-330056FBD688}" srcOrd="0" destOrd="0" presId="urn:microsoft.com/office/officeart/2016/7/layout/VerticalHollowActionList"/>
    <dgm:cxn modelId="{81A28412-4BB5-4382-934E-A54D9DD50154}" type="presParOf" srcId="{60A771F6-2BC2-4C68-9445-15EC6445F186}" destId="{B89F58C3-854F-4977-831E-7BEFF7B199C9}" srcOrd="1" destOrd="0" presId="urn:microsoft.com/office/officeart/2016/7/layout/VerticalHollowActionList"/>
    <dgm:cxn modelId="{706569DC-9088-4BBA-8076-69D1C1FA6A2F}" type="presParOf" srcId="{88505EE3-D230-47A6-82CE-0F9D3E84E154}" destId="{ACC43242-3894-41AF-BFE6-85996E4BF24D}" srcOrd="1" destOrd="0" presId="urn:microsoft.com/office/officeart/2016/7/layout/VerticalHollowActionList"/>
    <dgm:cxn modelId="{D2610CD4-9095-4594-B645-0A57E24A3EAD}" type="presParOf" srcId="{88505EE3-D230-47A6-82CE-0F9D3E84E154}" destId="{4D791D3F-D8A5-4C10-9990-A436416B9940}" srcOrd="2" destOrd="0" presId="urn:microsoft.com/office/officeart/2016/7/layout/VerticalHollowActionList"/>
    <dgm:cxn modelId="{960821B5-DFD4-43E2-99D8-CF7A759CC8EF}" type="presParOf" srcId="{4D791D3F-D8A5-4C10-9990-A436416B9940}" destId="{C335CAF2-472A-4F01-8EB4-8DF300A40213}" srcOrd="0" destOrd="0" presId="urn:microsoft.com/office/officeart/2016/7/layout/VerticalHollowActionList"/>
    <dgm:cxn modelId="{829A1A66-059A-4736-8358-9E3F2716D6A9}" type="presParOf" srcId="{4D791D3F-D8A5-4C10-9990-A436416B9940}" destId="{6611E882-CD24-4733-8DFF-61EEB38CF956}" srcOrd="1" destOrd="0" presId="urn:microsoft.com/office/officeart/2016/7/layout/VerticalHollowActionList"/>
    <dgm:cxn modelId="{F2D6F8A1-AD80-4455-9ED3-125BF6187005}" type="presParOf" srcId="{88505EE3-D230-47A6-82CE-0F9D3E84E154}" destId="{4342DFD3-C481-4938-AF27-27C1D6ABA66C}" srcOrd="3" destOrd="0" presId="urn:microsoft.com/office/officeart/2016/7/layout/VerticalHollowActionList"/>
    <dgm:cxn modelId="{A2F6A270-345B-4F0F-A357-24E471393867}" type="presParOf" srcId="{88505EE3-D230-47A6-82CE-0F9D3E84E154}" destId="{34566E1E-1816-49DC-BF33-1AE297921DBC}" srcOrd="4" destOrd="0" presId="urn:microsoft.com/office/officeart/2016/7/layout/VerticalHollowActionList"/>
    <dgm:cxn modelId="{D5B3E1D5-A214-47AC-A593-46CBEC70C77F}" type="presParOf" srcId="{34566E1E-1816-49DC-BF33-1AE297921DBC}" destId="{C33BA725-D0A0-4DC9-B6AB-9F1187739152}" srcOrd="0" destOrd="0" presId="urn:microsoft.com/office/officeart/2016/7/layout/VerticalHollowActionList"/>
    <dgm:cxn modelId="{CF08327F-2670-498E-84EE-F876015191E3}" type="presParOf" srcId="{34566E1E-1816-49DC-BF33-1AE297921DBC}" destId="{C1B95284-E14C-45F4-B369-B9DC8F1FBEBD}" srcOrd="1" destOrd="0" presId="urn:microsoft.com/office/officeart/2016/7/layout/VerticalHollowActionList"/>
    <dgm:cxn modelId="{30818AA1-6A15-4633-9D55-802B4531356A}" type="presParOf" srcId="{88505EE3-D230-47A6-82CE-0F9D3E84E154}" destId="{95F8A9BD-DC14-4DB8-B647-E30523BB58B3}" srcOrd="5" destOrd="0" presId="urn:microsoft.com/office/officeart/2016/7/layout/VerticalHollowActionList"/>
    <dgm:cxn modelId="{68743B94-8408-41FD-A78E-02D0801E4806}" type="presParOf" srcId="{88505EE3-D230-47A6-82CE-0F9D3E84E154}" destId="{04E55791-EF2D-43BA-9849-5ADFD3CB37AD}" srcOrd="6" destOrd="0" presId="urn:microsoft.com/office/officeart/2016/7/layout/VerticalHollowActionList"/>
    <dgm:cxn modelId="{A8AF57C9-D35C-4CCA-AA74-2C3C8ACF949B}" type="presParOf" srcId="{04E55791-EF2D-43BA-9849-5ADFD3CB37AD}" destId="{28FBA272-3E5B-4F6B-BD94-CE480558A14D}" srcOrd="0" destOrd="0" presId="urn:microsoft.com/office/officeart/2016/7/layout/VerticalHollowActionList"/>
    <dgm:cxn modelId="{A90533DF-DB9E-4CEA-BE9A-4954B5F6F686}" type="presParOf" srcId="{04E55791-EF2D-43BA-9849-5ADFD3CB37AD}" destId="{2B367EC3-33BE-48F8-8E38-2A7142F4B1E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24C2601-AE77-4883-B63A-DC7DA489794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EA02D07-123D-4DF6-8686-73401368D226}">
      <dgm:prSet custT="1"/>
      <dgm:spPr/>
      <dgm:t>
        <a:bodyPr/>
        <a:lstStyle/>
        <a:p>
          <a:r>
            <a:rPr lang="en-IN" sz="3200" dirty="0"/>
            <a:t>Python </a:t>
          </a:r>
        </a:p>
        <a:p>
          <a:r>
            <a:rPr lang="en-IN" sz="3200" dirty="0"/>
            <a:t>(ETL &amp; EDA)  </a:t>
          </a:r>
          <a:endParaRPr lang="en-US" sz="3200" dirty="0"/>
        </a:p>
      </dgm:t>
    </dgm:pt>
    <dgm:pt modelId="{92192FE4-75BC-479B-A7D4-E278F2FBAE88}" type="parTrans" cxnId="{0DBFB4B2-DAB5-428B-B210-0A8EF343586B}">
      <dgm:prSet/>
      <dgm:spPr/>
      <dgm:t>
        <a:bodyPr/>
        <a:lstStyle/>
        <a:p>
          <a:endParaRPr lang="en-US"/>
        </a:p>
      </dgm:t>
    </dgm:pt>
    <dgm:pt modelId="{A26ADED2-D19B-43A3-9112-648C4BBE6E85}" type="sibTrans" cxnId="{0DBFB4B2-DAB5-428B-B210-0A8EF343586B}">
      <dgm:prSet/>
      <dgm:spPr/>
      <dgm:t>
        <a:bodyPr/>
        <a:lstStyle/>
        <a:p>
          <a:endParaRPr lang="en-US"/>
        </a:p>
      </dgm:t>
    </dgm:pt>
    <dgm:pt modelId="{7929CE16-CE6B-42B0-8553-361550176BB1}">
      <dgm:prSet custT="1"/>
      <dgm:spPr/>
      <dgm:t>
        <a:bodyPr/>
        <a:lstStyle/>
        <a:p>
          <a:r>
            <a:rPr lang="en-IN" sz="3200" dirty="0"/>
            <a:t>Excel </a:t>
          </a:r>
        </a:p>
        <a:p>
          <a:r>
            <a:rPr lang="en-IN" sz="3200" dirty="0"/>
            <a:t>(Analysis &amp; Visualization)  </a:t>
          </a:r>
          <a:endParaRPr lang="en-US" sz="3200" dirty="0"/>
        </a:p>
      </dgm:t>
    </dgm:pt>
    <dgm:pt modelId="{E81A61B2-52C0-45F0-84C3-7191EAFD47C4}" type="parTrans" cxnId="{F8943376-B5E3-448D-B785-592099DFE318}">
      <dgm:prSet/>
      <dgm:spPr/>
      <dgm:t>
        <a:bodyPr/>
        <a:lstStyle/>
        <a:p>
          <a:endParaRPr lang="en-US"/>
        </a:p>
      </dgm:t>
    </dgm:pt>
    <dgm:pt modelId="{9DEF9DC5-A747-4404-9A07-95DEF8AEB5C4}" type="sibTrans" cxnId="{F8943376-B5E3-448D-B785-592099DFE318}">
      <dgm:prSet/>
      <dgm:spPr/>
      <dgm:t>
        <a:bodyPr/>
        <a:lstStyle/>
        <a:p>
          <a:endParaRPr lang="en-US"/>
        </a:p>
      </dgm:t>
    </dgm:pt>
    <dgm:pt modelId="{818B7529-328B-41DC-BD56-BA52EEE82205}">
      <dgm:prSet custT="1"/>
      <dgm:spPr/>
      <dgm:t>
        <a:bodyPr/>
        <a:lstStyle/>
        <a:p>
          <a:r>
            <a:rPr lang="en-IN" sz="3200" dirty="0"/>
            <a:t>Tableau </a:t>
          </a:r>
        </a:p>
        <a:p>
          <a:r>
            <a:rPr lang="en-IN" sz="3200" dirty="0"/>
            <a:t>(Dashboarding)</a:t>
          </a:r>
          <a:endParaRPr lang="en-US" sz="3200" dirty="0"/>
        </a:p>
      </dgm:t>
    </dgm:pt>
    <dgm:pt modelId="{92DC9CF2-7C87-4CDB-832E-CE1CEBC1C676}" type="parTrans" cxnId="{7D138B97-B0B3-4C35-827C-D318D79B5D7A}">
      <dgm:prSet/>
      <dgm:spPr/>
      <dgm:t>
        <a:bodyPr/>
        <a:lstStyle/>
        <a:p>
          <a:endParaRPr lang="en-US"/>
        </a:p>
      </dgm:t>
    </dgm:pt>
    <dgm:pt modelId="{C5FA307D-6D9B-4104-A8B0-CDBE315128A9}" type="sibTrans" cxnId="{7D138B97-B0B3-4C35-827C-D318D79B5D7A}">
      <dgm:prSet/>
      <dgm:spPr/>
      <dgm:t>
        <a:bodyPr/>
        <a:lstStyle/>
        <a:p>
          <a:endParaRPr lang="en-US"/>
        </a:p>
      </dgm:t>
    </dgm:pt>
    <dgm:pt modelId="{CD19F820-04FC-4744-BE7B-D66A084E7F18}" type="pres">
      <dgm:prSet presAssocID="{F24C2601-AE77-4883-B63A-DC7DA4897941}" presName="linear" presStyleCnt="0">
        <dgm:presLayoutVars>
          <dgm:animLvl val="lvl"/>
          <dgm:resizeHandles val="exact"/>
        </dgm:presLayoutVars>
      </dgm:prSet>
      <dgm:spPr/>
    </dgm:pt>
    <dgm:pt modelId="{DA34F558-EA10-42C9-B7CA-5DA7478C761F}" type="pres">
      <dgm:prSet presAssocID="{2EA02D07-123D-4DF6-8686-73401368D2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EEF2CB3-7191-4FAF-ACBE-04213CBB6B39}" type="pres">
      <dgm:prSet presAssocID="{A26ADED2-D19B-43A3-9112-648C4BBE6E85}" presName="spacer" presStyleCnt="0"/>
      <dgm:spPr/>
    </dgm:pt>
    <dgm:pt modelId="{03A2F125-2D1A-44DC-BCF2-65B120486F3E}" type="pres">
      <dgm:prSet presAssocID="{7929CE16-CE6B-42B0-8553-361550176BB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EDB1D1-8A35-4083-AFF0-CE183E39535D}" type="pres">
      <dgm:prSet presAssocID="{9DEF9DC5-A747-4404-9A07-95DEF8AEB5C4}" presName="spacer" presStyleCnt="0"/>
      <dgm:spPr/>
    </dgm:pt>
    <dgm:pt modelId="{997F9336-32D4-427C-984D-01C47057CCEA}" type="pres">
      <dgm:prSet presAssocID="{818B7529-328B-41DC-BD56-BA52EEE822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963601-C250-4E80-B975-5B59D08EB2DD}" type="presOf" srcId="{F24C2601-AE77-4883-B63A-DC7DA4897941}" destId="{CD19F820-04FC-4744-BE7B-D66A084E7F18}" srcOrd="0" destOrd="0" presId="urn:microsoft.com/office/officeart/2005/8/layout/vList2"/>
    <dgm:cxn modelId="{F8943376-B5E3-448D-B785-592099DFE318}" srcId="{F24C2601-AE77-4883-B63A-DC7DA4897941}" destId="{7929CE16-CE6B-42B0-8553-361550176BB1}" srcOrd="1" destOrd="0" parTransId="{E81A61B2-52C0-45F0-84C3-7191EAFD47C4}" sibTransId="{9DEF9DC5-A747-4404-9A07-95DEF8AEB5C4}"/>
    <dgm:cxn modelId="{6325C67C-904F-4694-A1D1-F778B4089418}" type="presOf" srcId="{2EA02D07-123D-4DF6-8686-73401368D226}" destId="{DA34F558-EA10-42C9-B7CA-5DA7478C761F}" srcOrd="0" destOrd="0" presId="urn:microsoft.com/office/officeart/2005/8/layout/vList2"/>
    <dgm:cxn modelId="{7BAB5C94-7F3B-4317-95AF-9BA8C5205166}" type="presOf" srcId="{818B7529-328B-41DC-BD56-BA52EEE82205}" destId="{997F9336-32D4-427C-984D-01C47057CCEA}" srcOrd="0" destOrd="0" presId="urn:microsoft.com/office/officeart/2005/8/layout/vList2"/>
    <dgm:cxn modelId="{7D138B97-B0B3-4C35-827C-D318D79B5D7A}" srcId="{F24C2601-AE77-4883-B63A-DC7DA4897941}" destId="{818B7529-328B-41DC-BD56-BA52EEE82205}" srcOrd="2" destOrd="0" parTransId="{92DC9CF2-7C87-4CDB-832E-CE1CEBC1C676}" sibTransId="{C5FA307D-6D9B-4104-A8B0-CDBE315128A9}"/>
    <dgm:cxn modelId="{0DBFB4B2-DAB5-428B-B210-0A8EF343586B}" srcId="{F24C2601-AE77-4883-B63A-DC7DA4897941}" destId="{2EA02D07-123D-4DF6-8686-73401368D226}" srcOrd="0" destOrd="0" parTransId="{92192FE4-75BC-479B-A7D4-E278F2FBAE88}" sibTransId="{A26ADED2-D19B-43A3-9112-648C4BBE6E85}"/>
    <dgm:cxn modelId="{EADE29BF-E1D9-4236-89F2-2DBA7052F3FF}" type="presOf" srcId="{7929CE16-CE6B-42B0-8553-361550176BB1}" destId="{03A2F125-2D1A-44DC-BCF2-65B120486F3E}" srcOrd="0" destOrd="0" presId="urn:microsoft.com/office/officeart/2005/8/layout/vList2"/>
    <dgm:cxn modelId="{C5FB3F44-C4A4-499B-8BB7-EF8E24A3F9C2}" type="presParOf" srcId="{CD19F820-04FC-4744-BE7B-D66A084E7F18}" destId="{DA34F558-EA10-42C9-B7CA-5DA7478C761F}" srcOrd="0" destOrd="0" presId="urn:microsoft.com/office/officeart/2005/8/layout/vList2"/>
    <dgm:cxn modelId="{BF0A5677-A738-44DF-8AFF-FD5476A57407}" type="presParOf" srcId="{CD19F820-04FC-4744-BE7B-D66A084E7F18}" destId="{2EEF2CB3-7191-4FAF-ACBE-04213CBB6B39}" srcOrd="1" destOrd="0" presId="urn:microsoft.com/office/officeart/2005/8/layout/vList2"/>
    <dgm:cxn modelId="{D877BAD9-F846-4C75-B41C-ADB346B814C1}" type="presParOf" srcId="{CD19F820-04FC-4744-BE7B-D66A084E7F18}" destId="{03A2F125-2D1A-44DC-BCF2-65B120486F3E}" srcOrd="2" destOrd="0" presId="urn:microsoft.com/office/officeart/2005/8/layout/vList2"/>
    <dgm:cxn modelId="{59BB093D-31FA-427F-90B2-A1F1A47D30E6}" type="presParOf" srcId="{CD19F820-04FC-4744-BE7B-D66A084E7F18}" destId="{51EDB1D1-8A35-4083-AFF0-CE183E39535D}" srcOrd="3" destOrd="0" presId="urn:microsoft.com/office/officeart/2005/8/layout/vList2"/>
    <dgm:cxn modelId="{5F2F8471-8F46-450A-B4A0-AF4ADB349FEB}" type="presParOf" srcId="{CD19F820-04FC-4744-BE7B-D66A084E7F18}" destId="{997F9336-32D4-427C-984D-01C47057CCE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88B35-0EB1-45BA-B61A-0A588ACB8204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1268C-B11D-4058-9115-F16DC3509CB0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E98BA-96DB-4CD2-BF15-97CF380F7EA0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Analyze behavioural differences between members and casual users </a:t>
          </a:r>
        </a:p>
      </dsp:txBody>
      <dsp:txXfrm>
        <a:off x="1357965" y="2319"/>
        <a:ext cx="3325983" cy="1175727"/>
      </dsp:txXfrm>
    </dsp:sp>
    <dsp:sp modelId="{9CC2948F-C75B-4EEF-A5C7-7A1E570BCCA8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E7008-FC11-41B5-9F24-EFBD97025E6F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56B60-F8E3-4CFC-8393-DAAA47374BA6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 usage patterns across time and duration </a:t>
          </a:r>
        </a:p>
      </dsp:txBody>
      <dsp:txXfrm>
        <a:off x="1357965" y="1471979"/>
        <a:ext cx="3325983" cy="1175727"/>
      </dsp:txXfrm>
    </dsp:sp>
    <dsp:sp modelId="{ED2FC8D5-DDCA-4E85-B703-427FBD9E53EE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F72204-0F5A-45DF-95E3-EF10361CD63B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2BE30-80B9-4305-BA47-C2D71B621B16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 actionable business recommendations </a:t>
          </a:r>
        </a:p>
      </dsp:txBody>
      <dsp:txXfrm>
        <a:off x="1357965" y="2941639"/>
        <a:ext cx="3325983" cy="1175727"/>
      </dsp:txXfrm>
    </dsp:sp>
    <dsp:sp modelId="{1E57F758-E573-4C59-8B4C-AC0EC59D30F0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C1D7E-DFC3-4B48-8395-9B5C8CE716A4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FC985-D514-44A4-B43F-D05F869D05B9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Question:</a:t>
          </a:r>
          <a:br>
            <a:rPr lang="en-US" sz="1600" kern="1200"/>
          </a:br>
          <a:r>
            <a:rPr lang="en-US" sz="1600" kern="1200"/>
            <a:t>How can casual riders be converted into long-term members?</a:t>
          </a:r>
        </a:p>
      </dsp:txBody>
      <dsp:txXfrm>
        <a:off x="1357965" y="4411299"/>
        <a:ext cx="3325983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B5143-2BD2-492B-9D7F-4F1EAC460BEF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AA786E-E7C1-4B95-8756-73C3B4E031DA}">
      <dsp:nvSpPr>
        <dsp:cNvPr id="0" name=""/>
        <dsp:cNvSpPr/>
      </dsp:nvSpPr>
      <dsp:spPr>
        <a:xfrm>
          <a:off x="0" y="0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Divvy Trips 2019 Q1 </a:t>
          </a:r>
          <a:endParaRPr lang="en-US" sz="2200" kern="1200"/>
        </a:p>
      </dsp:txBody>
      <dsp:txXfrm>
        <a:off x="0" y="0"/>
        <a:ext cx="3993357" cy="489942"/>
      </dsp:txXfrm>
    </dsp:sp>
    <dsp:sp modelId="{C12C594B-65C7-4B58-892E-DE6575D1C630}">
      <dsp:nvSpPr>
        <dsp:cNvPr id="0" name=""/>
        <dsp:cNvSpPr/>
      </dsp:nvSpPr>
      <dsp:spPr>
        <a:xfrm>
          <a:off x="0" y="489942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ACD69B-298F-4A67-8C90-B6834B6D4D11}">
      <dsp:nvSpPr>
        <dsp:cNvPr id="0" name=""/>
        <dsp:cNvSpPr/>
      </dsp:nvSpPr>
      <dsp:spPr>
        <a:xfrm>
          <a:off x="0" y="489942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Divvy Trips 2020 Q1 </a:t>
          </a:r>
          <a:endParaRPr lang="en-US" sz="2200" kern="1200"/>
        </a:p>
      </dsp:txBody>
      <dsp:txXfrm>
        <a:off x="0" y="489942"/>
        <a:ext cx="3993357" cy="489942"/>
      </dsp:txXfrm>
    </dsp:sp>
    <dsp:sp modelId="{422430BF-90A6-45B6-8EC1-F8DB823619CD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C2964E-0437-47F1-8C80-017D244302A1}">
      <dsp:nvSpPr>
        <dsp:cNvPr id="0" name=""/>
        <dsp:cNvSpPr/>
      </dsp:nvSpPr>
      <dsp:spPr>
        <a:xfrm>
          <a:off x="0" y="979884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Total Records:</a:t>
          </a:r>
          <a:r>
            <a:rPr lang="en-IN" sz="2200" kern="1200"/>
            <a:t> 791,000+</a:t>
          </a:r>
          <a:endParaRPr lang="en-US" sz="2200" kern="1200"/>
        </a:p>
      </dsp:txBody>
      <dsp:txXfrm>
        <a:off x="0" y="979884"/>
        <a:ext cx="3993357" cy="489942"/>
      </dsp:txXfrm>
    </dsp:sp>
    <dsp:sp modelId="{23CD47C3-BD03-49CB-87F0-39F715C8D5F4}">
      <dsp:nvSpPr>
        <dsp:cNvPr id="0" name=""/>
        <dsp:cNvSpPr/>
      </dsp:nvSpPr>
      <dsp:spPr>
        <a:xfrm>
          <a:off x="0" y="1469826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6AFACCB-8E84-4061-9313-28DB4B2A0F5D}">
      <dsp:nvSpPr>
        <dsp:cNvPr id="0" name=""/>
        <dsp:cNvSpPr/>
      </dsp:nvSpPr>
      <dsp:spPr>
        <a:xfrm>
          <a:off x="0" y="1469826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Data Includes:</a:t>
          </a:r>
          <a:endParaRPr lang="en-US" sz="2200" kern="1200"/>
        </a:p>
      </dsp:txBody>
      <dsp:txXfrm>
        <a:off x="0" y="1469826"/>
        <a:ext cx="3993357" cy="489942"/>
      </dsp:txXfrm>
    </dsp:sp>
    <dsp:sp modelId="{7ADFD0FE-C599-4151-ACBA-B928F568D206}">
      <dsp:nvSpPr>
        <dsp:cNvPr id="0" name=""/>
        <dsp:cNvSpPr/>
      </dsp:nvSpPr>
      <dsp:spPr>
        <a:xfrm>
          <a:off x="0" y="1959769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FB1E4C0-F1CD-41EA-9A24-9E729A800667}">
      <dsp:nvSpPr>
        <dsp:cNvPr id="0" name=""/>
        <dsp:cNvSpPr/>
      </dsp:nvSpPr>
      <dsp:spPr>
        <a:xfrm>
          <a:off x="0" y="1959768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	Ride timestamps </a:t>
          </a:r>
          <a:endParaRPr lang="en-US" sz="2200" kern="1200" dirty="0"/>
        </a:p>
      </dsp:txBody>
      <dsp:txXfrm>
        <a:off x="0" y="1959768"/>
        <a:ext cx="3993357" cy="489942"/>
      </dsp:txXfrm>
    </dsp:sp>
    <dsp:sp modelId="{F70860E5-4579-48E3-B496-6776EE7E383C}">
      <dsp:nvSpPr>
        <dsp:cNvPr id="0" name=""/>
        <dsp:cNvSpPr/>
      </dsp:nvSpPr>
      <dsp:spPr>
        <a:xfrm>
          <a:off x="0" y="2449711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7E3DDA-2434-4A65-BFDE-5B5F7052D872}">
      <dsp:nvSpPr>
        <dsp:cNvPr id="0" name=""/>
        <dsp:cNvSpPr/>
      </dsp:nvSpPr>
      <dsp:spPr>
        <a:xfrm>
          <a:off x="0" y="2449711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	Station information </a:t>
          </a:r>
          <a:endParaRPr lang="en-US" sz="2200" kern="1200" dirty="0"/>
        </a:p>
      </dsp:txBody>
      <dsp:txXfrm>
        <a:off x="0" y="2449711"/>
        <a:ext cx="3993357" cy="489942"/>
      </dsp:txXfrm>
    </dsp:sp>
    <dsp:sp modelId="{9F83C758-74E1-487A-88B7-1ADC43488861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8CFF66-253B-4A4B-B2DF-98EBA9664DC0}">
      <dsp:nvSpPr>
        <dsp:cNvPr id="0" name=""/>
        <dsp:cNvSpPr/>
      </dsp:nvSpPr>
      <dsp:spPr>
        <a:xfrm>
          <a:off x="0" y="2939653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	Ride duration </a:t>
          </a:r>
          <a:endParaRPr lang="en-US" sz="2200" kern="1200" dirty="0"/>
        </a:p>
      </dsp:txBody>
      <dsp:txXfrm>
        <a:off x="0" y="2939653"/>
        <a:ext cx="3993357" cy="489942"/>
      </dsp:txXfrm>
    </dsp:sp>
    <dsp:sp modelId="{AF30B5EC-CE76-4B81-95E5-C28D78F41F47}">
      <dsp:nvSpPr>
        <dsp:cNvPr id="0" name=""/>
        <dsp:cNvSpPr/>
      </dsp:nvSpPr>
      <dsp:spPr>
        <a:xfrm>
          <a:off x="0" y="3429595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51FF0A-B9A0-4767-9D39-ACFC0C544441}">
      <dsp:nvSpPr>
        <dsp:cNvPr id="0" name=""/>
        <dsp:cNvSpPr/>
      </dsp:nvSpPr>
      <dsp:spPr>
        <a:xfrm>
          <a:off x="0" y="3429595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	User type</a:t>
          </a:r>
          <a:endParaRPr lang="en-US" sz="2200" kern="1200" dirty="0"/>
        </a:p>
      </dsp:txBody>
      <dsp:txXfrm>
        <a:off x="0" y="3429595"/>
        <a:ext cx="3993357" cy="4899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B8696-E7DF-4015-B3AE-A027BB875CA1}">
      <dsp:nvSpPr>
        <dsp:cNvPr id="0" name=""/>
        <dsp:cNvSpPr/>
      </dsp:nvSpPr>
      <dsp:spPr>
        <a:xfrm>
          <a:off x="4049" y="665855"/>
          <a:ext cx="1323000" cy="1323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E891F-BF77-44B6-B64F-3C5CC9764ADA}">
      <dsp:nvSpPr>
        <dsp:cNvPr id="0" name=""/>
        <dsp:cNvSpPr/>
      </dsp:nvSpPr>
      <dsp:spPr>
        <a:xfrm>
          <a:off x="4049" y="2126208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New variables created:</a:t>
          </a:r>
        </a:p>
      </dsp:txBody>
      <dsp:txXfrm>
        <a:off x="4049" y="2126208"/>
        <a:ext cx="3780000" cy="567000"/>
      </dsp:txXfrm>
    </dsp:sp>
    <dsp:sp modelId="{F942B564-37BB-49FC-AF5B-6E3420BA3492}">
      <dsp:nvSpPr>
        <dsp:cNvPr id="0" name=""/>
        <dsp:cNvSpPr/>
      </dsp:nvSpPr>
      <dsp:spPr>
        <a:xfrm>
          <a:off x="4049" y="2757093"/>
          <a:ext cx="3780000" cy="110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day_of_week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hour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time_period (Morning, Afternoon, Evening, Night)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ride_category (Short, Medium, Long) </a:t>
          </a:r>
        </a:p>
      </dsp:txBody>
      <dsp:txXfrm>
        <a:off x="4049" y="2757093"/>
        <a:ext cx="3780000" cy="1103013"/>
      </dsp:txXfrm>
    </dsp:sp>
    <dsp:sp modelId="{FBEB0895-A008-4693-9082-89A86191121C}">
      <dsp:nvSpPr>
        <dsp:cNvPr id="0" name=""/>
        <dsp:cNvSpPr/>
      </dsp:nvSpPr>
      <dsp:spPr>
        <a:xfrm>
          <a:off x="4445550" y="665855"/>
          <a:ext cx="1323000" cy="1323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62AA3-6B10-4EB6-AD74-E5A718E85769}">
      <dsp:nvSpPr>
        <dsp:cNvPr id="0" name=""/>
        <dsp:cNvSpPr/>
      </dsp:nvSpPr>
      <dsp:spPr>
        <a:xfrm>
          <a:off x="4445550" y="2126208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These features enabled deeper behavioural analysis.</a:t>
          </a:r>
        </a:p>
      </dsp:txBody>
      <dsp:txXfrm>
        <a:off x="4445550" y="2126208"/>
        <a:ext cx="3780000" cy="567000"/>
      </dsp:txXfrm>
    </dsp:sp>
    <dsp:sp modelId="{B1D442D9-884F-4D61-B519-FF56E3A37344}">
      <dsp:nvSpPr>
        <dsp:cNvPr id="0" name=""/>
        <dsp:cNvSpPr/>
      </dsp:nvSpPr>
      <dsp:spPr>
        <a:xfrm>
          <a:off x="4445550" y="2757093"/>
          <a:ext cx="3780000" cy="110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24BD3-5DA0-4C0C-98E2-C1AEFC922596}">
      <dsp:nvSpPr>
        <dsp:cNvPr id="0" name=""/>
        <dsp:cNvSpPr/>
      </dsp:nvSpPr>
      <dsp:spPr>
        <a:xfrm>
          <a:off x="0" y="359324"/>
          <a:ext cx="8229600" cy="173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95732" rIns="63870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Subscriber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Customer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Member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Casual </a:t>
          </a:r>
        </a:p>
      </dsp:txBody>
      <dsp:txXfrm>
        <a:off x="0" y="359324"/>
        <a:ext cx="8229600" cy="1735650"/>
      </dsp:txXfrm>
    </dsp:sp>
    <dsp:sp modelId="{5CDE08BD-8CBE-4C62-AD9C-3C64940731D7}">
      <dsp:nvSpPr>
        <dsp:cNvPr id="0" name=""/>
        <dsp:cNvSpPr/>
      </dsp:nvSpPr>
      <dsp:spPr>
        <a:xfrm>
          <a:off x="411480" y="78884"/>
          <a:ext cx="57607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Original categories included:</a:t>
          </a:r>
        </a:p>
      </dsp:txBody>
      <dsp:txXfrm>
        <a:off x="438860" y="106264"/>
        <a:ext cx="5705960" cy="506120"/>
      </dsp:txXfrm>
    </dsp:sp>
    <dsp:sp modelId="{1B89AD88-94BF-44D5-B692-13FA5CC8063F}">
      <dsp:nvSpPr>
        <dsp:cNvPr id="0" name=""/>
        <dsp:cNvSpPr/>
      </dsp:nvSpPr>
      <dsp:spPr>
        <a:xfrm>
          <a:off x="0" y="2478014"/>
          <a:ext cx="822960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95732" rIns="63870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Member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Casual </a:t>
          </a:r>
        </a:p>
      </dsp:txBody>
      <dsp:txXfrm>
        <a:off x="0" y="2478014"/>
        <a:ext cx="8229600" cy="1107225"/>
      </dsp:txXfrm>
    </dsp:sp>
    <dsp:sp modelId="{67138BC8-24A6-4A64-896A-55D374231D2F}">
      <dsp:nvSpPr>
        <dsp:cNvPr id="0" name=""/>
        <dsp:cNvSpPr/>
      </dsp:nvSpPr>
      <dsp:spPr>
        <a:xfrm>
          <a:off x="411480" y="2197574"/>
          <a:ext cx="57607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Standardized into:</a:t>
          </a:r>
        </a:p>
      </dsp:txBody>
      <dsp:txXfrm>
        <a:off x="438860" y="2224954"/>
        <a:ext cx="5705960" cy="506120"/>
      </dsp:txXfrm>
    </dsp:sp>
    <dsp:sp modelId="{14DE0C7F-1C16-42BC-AE44-700C7B861EA4}">
      <dsp:nvSpPr>
        <dsp:cNvPr id="0" name=""/>
        <dsp:cNvSpPr/>
      </dsp:nvSpPr>
      <dsp:spPr>
        <a:xfrm>
          <a:off x="0" y="3968279"/>
          <a:ext cx="8229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44D09-700E-4EB5-9DD1-B8267FBCEEC7}">
      <dsp:nvSpPr>
        <dsp:cNvPr id="0" name=""/>
        <dsp:cNvSpPr/>
      </dsp:nvSpPr>
      <dsp:spPr>
        <a:xfrm>
          <a:off x="411480" y="3687839"/>
          <a:ext cx="5760720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Ensures consistency and clarity in analysis.</a:t>
          </a:r>
        </a:p>
      </dsp:txBody>
      <dsp:txXfrm>
        <a:off x="438860" y="3715219"/>
        <a:ext cx="5705960" cy="5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9D5E9-5BEA-40DB-9E28-91CC7E4BE254}">
      <dsp:nvSpPr>
        <dsp:cNvPr id="0" name=""/>
        <dsp:cNvSpPr/>
      </dsp:nvSpPr>
      <dsp:spPr>
        <a:xfrm>
          <a:off x="0" y="494706"/>
          <a:ext cx="8229600" cy="1689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604012" rIns="638708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Members: 92% 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Casual: 8% </a:t>
          </a:r>
        </a:p>
      </dsp:txBody>
      <dsp:txXfrm>
        <a:off x="0" y="494706"/>
        <a:ext cx="8229600" cy="1689975"/>
      </dsp:txXfrm>
    </dsp:sp>
    <dsp:sp modelId="{7FF79051-E8F4-4C73-9BB4-9A79C8F4086F}">
      <dsp:nvSpPr>
        <dsp:cNvPr id="0" name=""/>
        <dsp:cNvSpPr/>
      </dsp:nvSpPr>
      <dsp:spPr>
        <a:xfrm>
          <a:off x="411480" y="66666"/>
          <a:ext cx="576072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Total Clean Records: 778,000 </a:t>
          </a:r>
        </a:p>
      </dsp:txBody>
      <dsp:txXfrm>
        <a:off x="453270" y="108456"/>
        <a:ext cx="5677140" cy="772500"/>
      </dsp:txXfrm>
    </dsp:sp>
    <dsp:sp modelId="{75439568-8FBC-426C-B74A-36DCC9A8A2E3}">
      <dsp:nvSpPr>
        <dsp:cNvPr id="0" name=""/>
        <dsp:cNvSpPr/>
      </dsp:nvSpPr>
      <dsp:spPr>
        <a:xfrm>
          <a:off x="0" y="2769321"/>
          <a:ext cx="8229600" cy="1689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604012" rIns="638708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Members: 11 minutes 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Casual: 26 minutes</a:t>
          </a:r>
        </a:p>
      </dsp:txBody>
      <dsp:txXfrm>
        <a:off x="0" y="2769321"/>
        <a:ext cx="8229600" cy="1689975"/>
      </dsp:txXfrm>
    </dsp:sp>
    <dsp:sp modelId="{670E9383-1607-4F72-84E5-63A67FAC1873}">
      <dsp:nvSpPr>
        <dsp:cNvPr id="0" name=""/>
        <dsp:cNvSpPr/>
      </dsp:nvSpPr>
      <dsp:spPr>
        <a:xfrm>
          <a:off x="411480" y="2341281"/>
          <a:ext cx="576072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Average Ride Length:</a:t>
          </a:r>
        </a:p>
      </dsp:txBody>
      <dsp:txXfrm>
        <a:off x="453270" y="2383071"/>
        <a:ext cx="5677140" cy="7725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188F7-92C6-4153-BD8C-C334282D87D9}">
      <dsp:nvSpPr>
        <dsp:cNvPr id="0" name=""/>
        <dsp:cNvSpPr/>
      </dsp:nvSpPr>
      <dsp:spPr>
        <a:xfrm>
          <a:off x="0" y="429546"/>
          <a:ext cx="8229600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562356" rIns="63870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routine, short, frequent rides  </a:t>
          </a:r>
        </a:p>
      </dsp:txBody>
      <dsp:txXfrm>
        <a:off x="0" y="429546"/>
        <a:ext cx="8229600" cy="1148175"/>
      </dsp:txXfrm>
    </dsp:sp>
    <dsp:sp modelId="{16100544-C1B6-45FC-81BD-AA91078B15C4}">
      <dsp:nvSpPr>
        <dsp:cNvPr id="0" name=""/>
        <dsp:cNvSpPr/>
      </dsp:nvSpPr>
      <dsp:spPr>
        <a:xfrm>
          <a:off x="411480" y="31026"/>
          <a:ext cx="5760720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Members</a:t>
          </a:r>
        </a:p>
      </dsp:txBody>
      <dsp:txXfrm>
        <a:off x="450388" y="69934"/>
        <a:ext cx="5682904" cy="719224"/>
      </dsp:txXfrm>
    </dsp:sp>
    <dsp:sp modelId="{BDE156F3-0F6A-49C2-AD08-A20FEB2C9555}">
      <dsp:nvSpPr>
        <dsp:cNvPr id="0" name=""/>
        <dsp:cNvSpPr/>
      </dsp:nvSpPr>
      <dsp:spPr>
        <a:xfrm>
          <a:off x="0" y="2122041"/>
          <a:ext cx="8229600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562356" rIns="63870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longer, leisure-based rides  </a:t>
          </a:r>
        </a:p>
      </dsp:txBody>
      <dsp:txXfrm>
        <a:off x="0" y="2122041"/>
        <a:ext cx="8229600" cy="1148175"/>
      </dsp:txXfrm>
    </dsp:sp>
    <dsp:sp modelId="{E40FAC71-ADB0-4AD6-9083-AA7885ED2FC7}">
      <dsp:nvSpPr>
        <dsp:cNvPr id="0" name=""/>
        <dsp:cNvSpPr/>
      </dsp:nvSpPr>
      <dsp:spPr>
        <a:xfrm>
          <a:off x="411480" y="1723521"/>
          <a:ext cx="5760720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Casual</a:t>
          </a:r>
        </a:p>
      </dsp:txBody>
      <dsp:txXfrm>
        <a:off x="450388" y="1762429"/>
        <a:ext cx="5682904" cy="719224"/>
      </dsp:txXfrm>
    </dsp:sp>
    <dsp:sp modelId="{95DA5EBA-34F3-4F5F-BEE3-09D4F54294B8}">
      <dsp:nvSpPr>
        <dsp:cNvPr id="0" name=""/>
        <dsp:cNvSpPr/>
      </dsp:nvSpPr>
      <dsp:spPr>
        <a:xfrm>
          <a:off x="0" y="3814536"/>
          <a:ext cx="822960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97E6D-352D-4358-AD02-BF2DC90C7954}">
      <dsp:nvSpPr>
        <dsp:cNvPr id="0" name=""/>
        <dsp:cNvSpPr/>
      </dsp:nvSpPr>
      <dsp:spPr>
        <a:xfrm>
          <a:off x="411480" y="3416016"/>
          <a:ext cx="5760720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Clear behavioral segmentation exists</a:t>
          </a:r>
        </a:p>
      </dsp:txBody>
      <dsp:txXfrm>
        <a:off x="450388" y="3454924"/>
        <a:ext cx="5682904" cy="7192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F58C3-854F-4977-831E-7BEFF7B199C9}">
      <dsp:nvSpPr>
        <dsp:cNvPr id="0" name=""/>
        <dsp:cNvSpPr/>
      </dsp:nvSpPr>
      <dsp:spPr>
        <a:xfrm>
          <a:off x="1577340" y="1822"/>
          <a:ext cx="6309360" cy="9438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39734" rIns="122419" bIns="23973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Offer weekend-to-membership promotions</a:t>
          </a:r>
        </a:p>
      </dsp:txBody>
      <dsp:txXfrm>
        <a:off x="1577340" y="1822"/>
        <a:ext cx="6309360" cy="943835"/>
      </dsp:txXfrm>
    </dsp:sp>
    <dsp:sp modelId="{D1910B45-ED83-44FC-8CEF-330056FBD688}">
      <dsp:nvSpPr>
        <dsp:cNvPr id="0" name=""/>
        <dsp:cNvSpPr/>
      </dsp:nvSpPr>
      <dsp:spPr>
        <a:xfrm>
          <a:off x="0" y="1822"/>
          <a:ext cx="1577340" cy="9438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93230" rIns="83468" bIns="9323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Offer</a:t>
          </a:r>
        </a:p>
      </dsp:txBody>
      <dsp:txXfrm>
        <a:off x="0" y="1822"/>
        <a:ext cx="1577340" cy="943835"/>
      </dsp:txXfrm>
    </dsp:sp>
    <dsp:sp modelId="{6611E882-CD24-4733-8DFF-61EEB38CF956}">
      <dsp:nvSpPr>
        <dsp:cNvPr id="0" name=""/>
        <dsp:cNvSpPr/>
      </dsp:nvSpPr>
      <dsp:spPr>
        <a:xfrm>
          <a:off x="1577340" y="1002287"/>
          <a:ext cx="6309360" cy="9438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39734" rIns="122419" bIns="23973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Introduce ride bundles for casual users  </a:t>
          </a:r>
        </a:p>
      </dsp:txBody>
      <dsp:txXfrm>
        <a:off x="1577340" y="1002287"/>
        <a:ext cx="6309360" cy="943835"/>
      </dsp:txXfrm>
    </dsp:sp>
    <dsp:sp modelId="{C335CAF2-472A-4F01-8EB4-8DF300A40213}">
      <dsp:nvSpPr>
        <dsp:cNvPr id="0" name=""/>
        <dsp:cNvSpPr/>
      </dsp:nvSpPr>
      <dsp:spPr>
        <a:xfrm>
          <a:off x="0" y="1002287"/>
          <a:ext cx="1577340" cy="9438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93230" rIns="83468" bIns="9323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Introduce</a:t>
          </a:r>
        </a:p>
      </dsp:txBody>
      <dsp:txXfrm>
        <a:off x="0" y="1002287"/>
        <a:ext cx="1577340" cy="943835"/>
      </dsp:txXfrm>
    </dsp:sp>
    <dsp:sp modelId="{C1B95284-E14C-45F4-B369-B9DC8F1FBEBD}">
      <dsp:nvSpPr>
        <dsp:cNvPr id="0" name=""/>
        <dsp:cNvSpPr/>
      </dsp:nvSpPr>
      <dsp:spPr>
        <a:xfrm>
          <a:off x="1577340" y="2002753"/>
          <a:ext cx="6309360" cy="94383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39734" rIns="122419" bIns="23973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Target afternoon usage campaigns  </a:t>
          </a:r>
        </a:p>
      </dsp:txBody>
      <dsp:txXfrm>
        <a:off x="1577340" y="2002753"/>
        <a:ext cx="6309360" cy="943835"/>
      </dsp:txXfrm>
    </dsp:sp>
    <dsp:sp modelId="{C33BA725-D0A0-4DC9-B6AB-9F1187739152}">
      <dsp:nvSpPr>
        <dsp:cNvPr id="0" name=""/>
        <dsp:cNvSpPr/>
      </dsp:nvSpPr>
      <dsp:spPr>
        <a:xfrm>
          <a:off x="0" y="2002753"/>
          <a:ext cx="1577340" cy="9438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93230" rIns="83468" bIns="9323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Target</a:t>
          </a:r>
        </a:p>
      </dsp:txBody>
      <dsp:txXfrm>
        <a:off x="0" y="2002753"/>
        <a:ext cx="1577340" cy="943835"/>
      </dsp:txXfrm>
    </dsp:sp>
    <dsp:sp modelId="{2B367EC3-33BE-48F8-8E38-2A7142F4B1E8}">
      <dsp:nvSpPr>
        <dsp:cNvPr id="0" name=""/>
        <dsp:cNvSpPr/>
      </dsp:nvSpPr>
      <dsp:spPr>
        <a:xfrm>
          <a:off x="1577340" y="3003218"/>
          <a:ext cx="6309360" cy="9438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39734" rIns="122419" bIns="23973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Incentivize long-ride users to convert</a:t>
          </a:r>
        </a:p>
      </dsp:txBody>
      <dsp:txXfrm>
        <a:off x="1577340" y="3003218"/>
        <a:ext cx="6309360" cy="943835"/>
      </dsp:txXfrm>
    </dsp:sp>
    <dsp:sp modelId="{28FBA272-3E5B-4F6B-BD94-CE480558A14D}">
      <dsp:nvSpPr>
        <dsp:cNvPr id="0" name=""/>
        <dsp:cNvSpPr/>
      </dsp:nvSpPr>
      <dsp:spPr>
        <a:xfrm>
          <a:off x="0" y="3003218"/>
          <a:ext cx="1577340" cy="94383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93230" rIns="83468" bIns="9323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Incentivize</a:t>
          </a:r>
        </a:p>
      </dsp:txBody>
      <dsp:txXfrm>
        <a:off x="0" y="3003218"/>
        <a:ext cx="1577340" cy="9438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4F558-EA10-42C9-B7CA-5DA7478C761F}">
      <dsp:nvSpPr>
        <dsp:cNvPr id="0" name=""/>
        <dsp:cNvSpPr/>
      </dsp:nvSpPr>
      <dsp:spPr>
        <a:xfrm>
          <a:off x="0" y="383011"/>
          <a:ext cx="4683949" cy="14829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Python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(ETL &amp; EDA)  </a:t>
          </a:r>
          <a:endParaRPr lang="en-US" sz="3200" kern="1200" dirty="0"/>
        </a:p>
      </dsp:txBody>
      <dsp:txXfrm>
        <a:off x="72393" y="455404"/>
        <a:ext cx="4539163" cy="1338188"/>
      </dsp:txXfrm>
    </dsp:sp>
    <dsp:sp modelId="{03A2F125-2D1A-44DC-BCF2-65B120486F3E}">
      <dsp:nvSpPr>
        <dsp:cNvPr id="0" name=""/>
        <dsp:cNvSpPr/>
      </dsp:nvSpPr>
      <dsp:spPr>
        <a:xfrm>
          <a:off x="0" y="2053186"/>
          <a:ext cx="4683949" cy="148297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Excel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(Analysis &amp; Visualization)  </a:t>
          </a:r>
          <a:endParaRPr lang="en-US" sz="3200" kern="1200" dirty="0"/>
        </a:p>
      </dsp:txBody>
      <dsp:txXfrm>
        <a:off x="72393" y="2125579"/>
        <a:ext cx="4539163" cy="1338188"/>
      </dsp:txXfrm>
    </dsp:sp>
    <dsp:sp modelId="{997F9336-32D4-427C-984D-01C47057CCEA}">
      <dsp:nvSpPr>
        <dsp:cNvPr id="0" name=""/>
        <dsp:cNvSpPr/>
      </dsp:nvSpPr>
      <dsp:spPr>
        <a:xfrm>
          <a:off x="0" y="3723361"/>
          <a:ext cx="4683949" cy="14829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Tableau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(Dashboarding)</a:t>
          </a:r>
          <a:endParaRPr lang="en-US" sz="3200" kern="1200" dirty="0"/>
        </a:p>
      </dsp:txBody>
      <dsp:txXfrm>
        <a:off x="72393" y="3795754"/>
        <a:ext cx="4539163" cy="1338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44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highlight the business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recurring revenue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analytical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dataset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technical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Importance of clean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usefulness.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dominance.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Leisure vs commute.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Routine vs leisure.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 segmentation.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Duration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Business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Tech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D0460-0F1B-4790-9D1A-E29BB4EA9457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B6F-1980-4F15-8E1E-EFB34E61D456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A486-FE15-429E-8F0E-DF44DDD3903A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D3F3-B4C3-4557-865D-880D71C251B5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0526-70BB-4E2E-9D67-9D8635BDCEC2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B05A8-1594-426B-947F-A9AD5EDED7BF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D8B14-F348-4489-A9FF-5B70CC411C34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7D0-909A-4514-83FD-C5ACB7427C42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CC30-8140-4B8C-864B-37E509EA1C13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FF088-6622-4E51-9F00-D603FC3D3B41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A16E-C6A3-4B18-AFB7-1165D5B29D4E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91463-14FA-4749-B080-CDF2F920ACA6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By Deepan Mehta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Cyclistic Bike-Share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endParaRPr lang="en-US" sz="1700" kern="1200" dirty="0">
              <a:latin typeface="+mn-lt"/>
              <a:ea typeface="+mn-ea"/>
              <a:cs typeface="+mn-cs"/>
            </a:endParaRPr>
          </a:p>
          <a:p>
            <a:pPr marL="0" indent="0" defTabSz="914400">
              <a:spcBef>
                <a:spcPts val="1000"/>
              </a:spcBef>
              <a:buNone/>
            </a:pPr>
            <a:endParaRPr lang="en-US" sz="1700" b="1" i="1" kern="1200" dirty="0">
              <a:latin typeface="+mn-lt"/>
              <a:ea typeface="+mn-ea"/>
              <a:cs typeface="+mn-cs"/>
            </a:endParaRPr>
          </a:p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1700" b="1" i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Strategic Analysis of User Behavior</a:t>
            </a:r>
            <a:r>
              <a:rPr lang="en-US" sz="17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1700" b="1" i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for </a:t>
            </a:r>
          </a:p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1700" b="1" i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Membership Conversion</a:t>
            </a:r>
          </a:p>
        </p:txBody>
      </p:sp>
      <p:pic>
        <p:nvPicPr>
          <p:cNvPr id="8" name="Graphic 7" descr="Bike">
            <a:extLst>
              <a:ext uri="{FF2B5EF4-FFF2-40B4-BE49-F238E27FC236}">
                <a16:creationId xmlns:a16="http://schemas.microsoft.com/office/drawing/2014/main" id="{FA9FCA9F-2D0E-8029-16E3-DFDCCEAB7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1396810"/>
            <a:ext cx="3989297" cy="398929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AAAE4-A9B9-10D2-0AD2-3CC59B273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By Deepan Mehta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9C90D8-0632-9BB3-0569-AAF736A644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88" r="24860"/>
          <a:stretch>
            <a:fillRect/>
          </a:stretch>
        </p:blipFill>
        <p:spPr>
          <a:xfrm>
            <a:off x="2432021" y="10"/>
            <a:ext cx="6711980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5728"/>
          </a:xfrm>
        </p:spPr>
        <p:txBody>
          <a:bodyPr anchor="b">
            <a:normAutofit/>
          </a:bodyPr>
          <a:lstStyle/>
          <a:p>
            <a:r>
              <a:rPr lang="en-IN" sz="2400" dirty="0"/>
              <a:t>Business Context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5031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 b="1" dirty="0"/>
              <a:t>Cyclistic is a bike-share company </a:t>
            </a:r>
            <a:r>
              <a:rPr lang="en-US" sz="1300" dirty="0"/>
              <a:t>focused on increasing long-term profitability by converting casual riders into annual members.</a:t>
            </a:r>
          </a:p>
          <a:p>
            <a:pPr>
              <a:lnSpc>
                <a:spcPct val="90000"/>
              </a:lnSpc>
            </a:pPr>
            <a:r>
              <a:rPr lang="en-US" sz="1300" b="1" dirty="0"/>
              <a:t>Members generate </a:t>
            </a:r>
            <a:r>
              <a:rPr lang="en-US" sz="1300" dirty="0"/>
              <a:t>predictable and </a:t>
            </a:r>
            <a:r>
              <a:rPr lang="en-US" sz="1300" b="1" dirty="0"/>
              <a:t>recurring revenue</a:t>
            </a:r>
            <a:r>
              <a:rPr lang="en-US" sz="1300" dirty="0"/>
              <a:t>, whereas </a:t>
            </a:r>
            <a:r>
              <a:rPr lang="en-US" sz="1300" b="1" dirty="0"/>
              <a:t>casual users </a:t>
            </a:r>
            <a:r>
              <a:rPr lang="en-US" sz="1300" dirty="0"/>
              <a:t>represent an </a:t>
            </a:r>
            <a:r>
              <a:rPr lang="en-US" sz="1300" b="1" dirty="0"/>
              <a:t>opportunity for growth.</a:t>
            </a:r>
          </a:p>
          <a:p>
            <a:pPr>
              <a:lnSpc>
                <a:spcPct val="90000"/>
              </a:lnSpc>
            </a:pPr>
            <a:r>
              <a:rPr lang="en-US" sz="1300" b="1" dirty="0"/>
              <a:t>This analysis </a:t>
            </a:r>
            <a:r>
              <a:rPr lang="en-US" sz="1300" dirty="0"/>
              <a:t>aims to </a:t>
            </a:r>
            <a:r>
              <a:rPr lang="en-US" sz="1300" b="1" dirty="0"/>
              <a:t>identify </a:t>
            </a:r>
            <a:r>
              <a:rPr lang="en-US" sz="1300" b="1" dirty="0" err="1"/>
              <a:t>behavioural</a:t>
            </a:r>
            <a:r>
              <a:rPr lang="en-US" sz="1300" b="1" dirty="0"/>
              <a:t> differences </a:t>
            </a:r>
            <a:r>
              <a:rPr lang="en-US" sz="1300" dirty="0"/>
              <a:t>between user types </a:t>
            </a:r>
            <a:r>
              <a:rPr lang="en-US" sz="1300" b="1" dirty="0"/>
              <a:t>to support strategic decision-making</a:t>
            </a:r>
            <a:r>
              <a:rPr lang="en-US" sz="13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9D5A6-5A8A-DBFF-80A6-B670C0EA3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By Deepan Mehta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5400"/>
              <a:t>Objective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4EB2A-5250-E663-685A-43E9DC98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32040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By Deepan Mehta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87E28F2-1F0A-F1F9-5FE4-265DBA954C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54824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b="1" dirty="0"/>
              <a:t>Data Sources</a:t>
            </a:r>
            <a:br>
              <a:rPr lang="en-IN" sz="1700" dirty="0"/>
            </a:br>
            <a:r>
              <a:rPr lang="en-IN" sz="1200" dirty="0"/>
              <a:t>https://divvy-tripdata.s3.amazonaws.com/index.html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D1640-38F8-3610-DF37-995E833F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759" y="6356350"/>
            <a:ext cx="30861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By Deepan Mehta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172BD9F6-0058-5C2C-16BC-6A8504722E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42" r="16523" b="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89" name="Content Placeholder 2">
            <a:extLst>
              <a:ext uri="{FF2B5EF4-FFF2-40B4-BE49-F238E27FC236}">
                <a16:creationId xmlns:a16="http://schemas.microsoft.com/office/drawing/2014/main" id="{0447AD34-8136-9F7D-0EF4-D0BFBA45C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330572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1616203"/>
          </a:xfrm>
        </p:spPr>
        <p:txBody>
          <a:bodyPr anchor="b">
            <a:normAutofit/>
          </a:bodyPr>
          <a:lstStyle/>
          <a:p>
            <a:r>
              <a:rPr lang="en-IN" sz="2800" dirty="0"/>
              <a:t>ETL Process - Python</a:t>
            </a:r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1700" dirty="0"/>
              <a:t>A structured ETL pipeline was implemented using Python:</a:t>
            </a:r>
          </a:p>
          <a:p>
            <a:pPr lvl="1"/>
            <a:r>
              <a:rPr lang="en-IN" sz="1700"/>
              <a:t>Merged datasets from different years </a:t>
            </a:r>
          </a:p>
          <a:p>
            <a:pPr lvl="1"/>
            <a:r>
              <a:rPr lang="en-IN" sz="1700"/>
              <a:t>Standardized schema and column names </a:t>
            </a:r>
          </a:p>
          <a:p>
            <a:pPr lvl="1"/>
            <a:r>
              <a:rPr lang="en-IN" sz="1700"/>
              <a:t>Converted data types (timestamps, numeric fields) </a:t>
            </a:r>
          </a:p>
          <a:p>
            <a:pPr lvl="1"/>
            <a:r>
              <a:rPr lang="en-IN" sz="1700"/>
              <a:t>Removed inconsistencies and null values</a:t>
            </a:r>
          </a:p>
        </p:txBody>
      </p:sp>
      <p:pic>
        <p:nvPicPr>
          <p:cNvPr id="50" name="Picture 49" descr="Financial graphs on a dark display">
            <a:extLst>
              <a:ext uri="{FF2B5EF4-FFF2-40B4-BE49-F238E27FC236}">
                <a16:creationId xmlns:a16="http://schemas.microsoft.com/office/drawing/2014/main" id="{D68B9483-3D63-E81E-E887-D2D51E96DF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86" r="32095"/>
          <a:stretch>
            <a:fillRect/>
          </a:stretch>
        </p:blipFill>
        <p:spPr>
          <a:xfrm>
            <a:off x="4885644" y="867064"/>
            <a:ext cx="3362009" cy="504879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53665-1C4B-E284-9A77-6C34C751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Data Cleaning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/>
              <a:t>Converted timestamps to datetime format </a:t>
            </a:r>
          </a:p>
          <a:p>
            <a:r>
              <a:rPr lang="en-US" sz="2100"/>
              <a:t>Calculated ride_length (in minutes) </a:t>
            </a:r>
          </a:p>
          <a:p>
            <a:r>
              <a:rPr lang="en-US" sz="2100"/>
              <a:t>Removed invalid records (negative or zero duration) </a:t>
            </a:r>
          </a:p>
          <a:p>
            <a:r>
              <a:rPr lang="en-US" sz="2100"/>
              <a:t>Removed outliers (&gt; 90 minutes) </a:t>
            </a:r>
          </a:p>
          <a:p>
            <a:pPr marL="0" indent="0">
              <a:buNone/>
            </a:pPr>
            <a:endParaRPr lang="en-US" sz="2100" b="1"/>
          </a:p>
          <a:p>
            <a:pPr marL="0" indent="0">
              <a:buNone/>
            </a:pPr>
            <a:r>
              <a:rPr lang="en-US" sz="2100" b="1"/>
              <a:t>Result:</a:t>
            </a:r>
            <a:r>
              <a:rPr lang="en-US" sz="2100"/>
              <a:t> Clean and analysis-ready dataset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CA074-BA6E-686C-D23E-554F632F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24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Feature Engineering</a:t>
            </a:r>
            <a:endParaRPr lang="en-IN" dirty="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59095194-538E-5752-9325-3582BBE175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1C150-D7BB-B46E-6A19-1850D048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User Type Standardization</a:t>
            </a:r>
            <a:endParaRPr lang="en-IN" dirty="0"/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7310FE72-10F3-5D02-F230-8A217806D7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DB8E3-8D39-C207-29AB-A5E4DA2E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 Summary</a:t>
            </a:r>
            <a:endParaRPr lang="en-IN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EB4BA0E-E267-71A2-148E-0D74B52445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C4560-BDBE-61C5-E81B-9435F7D3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26" y="411480"/>
            <a:ext cx="8401050" cy="1106424"/>
          </a:xfrm>
        </p:spPr>
        <p:txBody>
          <a:bodyPr>
            <a:normAutofit/>
          </a:bodyPr>
          <a:lstStyle/>
          <a:p>
            <a:r>
              <a:rPr lang="en-US" sz="3100"/>
              <a:t>Ride Count by User Type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 descr="rid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" y="2123965"/>
            <a:ext cx="5026914" cy="3707349"/>
          </a:xfrm>
          <a:prstGeom prst="rect">
            <a:avLst/>
          </a:prstGeom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1721922"/>
            <a:ext cx="3163824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4064" y="2020824"/>
            <a:ext cx="2591322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Members dominate total ride volume, accounting for over 90% of all rides.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Casual users represent a smaller but strategically important segment for growth.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6BE95-404F-5BE3-C36A-370C1351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By Deepan Mehta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26" y="411480"/>
            <a:ext cx="8401050" cy="1106424"/>
          </a:xfrm>
        </p:spPr>
        <p:txBody>
          <a:bodyPr>
            <a:normAutofit/>
          </a:bodyPr>
          <a:lstStyle/>
          <a:p>
            <a:r>
              <a:rPr lang="en-US" sz="3100" b="1"/>
              <a:t>Average Ride Length by User Type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 descr="avg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" y="2406729"/>
            <a:ext cx="5026914" cy="3141822"/>
          </a:xfrm>
          <a:prstGeom prst="rect">
            <a:avLst/>
          </a:prstGeom>
        </p:spPr>
      </p:pic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1721922"/>
            <a:ext cx="3163824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4064" y="2020824"/>
            <a:ext cx="2591322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Casual users have significantly longer rides, indicating leisure usage. </a:t>
            </a:r>
          </a:p>
          <a:p>
            <a:pPr marL="0" indent="0">
              <a:buNone/>
            </a:pPr>
            <a:r>
              <a:rPr lang="en-US" sz="1600"/>
              <a:t> </a:t>
            </a:r>
          </a:p>
          <a:p>
            <a:pPr marL="0" indent="0">
              <a:buNone/>
            </a:pPr>
            <a:r>
              <a:rPr lang="en-US" sz="1600"/>
              <a:t>Members exhibit shorter, frequent trips consistent with commuting behavior.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91BE4-6F89-DE69-AE57-4FD880418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By Deepan Mehta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US" sz="2800"/>
              <a:t>Ride Distribution by Day of Week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eekly.png"/>
          <p:cNvPicPr>
            <a:picLocks noChangeAspect="1"/>
          </p:cNvPicPr>
          <p:nvPr/>
        </p:nvPicPr>
        <p:blipFill>
          <a:blip r:embed="rId3"/>
          <a:srcRect t="7232" b="7751"/>
          <a:stretch>
            <a:fillRect/>
          </a:stretch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/>
              <a:t>Members show consistent weekday usage. 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casual users peak on weekends,  indicating recreational usage patterns.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423F4-DF31-8BF9-CC99-3133847D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24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IN" sz="2800"/>
              <a:t>Hourly Ride Distribution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urly.png"/>
          <p:cNvPicPr>
            <a:picLocks noChangeAspect="1"/>
          </p:cNvPicPr>
          <p:nvPr/>
        </p:nvPicPr>
        <p:blipFill>
          <a:blip r:embed="rId3"/>
          <a:srcRect t="5228" b="7898"/>
          <a:stretch>
            <a:fillRect/>
          </a:stretch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r>
              <a:rPr lang="en-US" sz="1600"/>
              <a:t>Members peak during commuting hours (morning and evening). </a:t>
            </a:r>
          </a:p>
          <a:p>
            <a:r>
              <a:rPr lang="en-US" sz="1600"/>
              <a:t>Casual users show higher usage during midday periods.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274C-4BA4-5689-C2D3-266D4582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24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Ride Distribution by Time Period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 dirty="0"/>
              <a:t>Casual users concentrate rides in the afternoon. </a:t>
            </a:r>
          </a:p>
          <a:p>
            <a:r>
              <a:rPr lang="en-US" sz="1900" dirty="0"/>
              <a:t>Members show structured usage across morning and evening periods.</a:t>
            </a:r>
          </a:p>
        </p:txBody>
      </p:sp>
      <p:pic>
        <p:nvPicPr>
          <p:cNvPr id="4" name="Picture 3" descr="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68" y="2290936"/>
            <a:ext cx="6768120" cy="395935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9D96-EF64-E075-D021-2351048E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43486"/>
            <a:ext cx="3200400" cy="1437406"/>
          </a:xfrm>
        </p:spPr>
        <p:txBody>
          <a:bodyPr anchor="t">
            <a:normAutofit/>
          </a:bodyPr>
          <a:lstStyle/>
          <a:p>
            <a:r>
              <a:rPr lang="en-IN" sz="2800"/>
              <a:t>Ride Category Distribution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9209" y="838200"/>
            <a:ext cx="4125936" cy="1866358"/>
          </a:xfrm>
        </p:spPr>
        <p:txBody>
          <a:bodyPr>
            <a:normAutofit/>
          </a:bodyPr>
          <a:lstStyle/>
          <a:p>
            <a:r>
              <a:rPr lang="en-US" sz="1700"/>
              <a:t>Members predominantly take short rides.</a:t>
            </a:r>
          </a:p>
          <a:p>
            <a:r>
              <a:rPr lang="en-US" sz="1700"/>
              <a:t>Casual users are more likely to engage in medium and long-duration trips.</a:t>
            </a:r>
          </a:p>
        </p:txBody>
      </p:sp>
      <p:pic>
        <p:nvPicPr>
          <p:cNvPr id="4" name="Picture 3" descr="category.png"/>
          <p:cNvPicPr>
            <a:picLocks noChangeAspect="1"/>
          </p:cNvPicPr>
          <p:nvPr/>
        </p:nvPicPr>
        <p:blipFill>
          <a:blip r:embed="rId3"/>
          <a:srcRect t="20636" b="11187"/>
          <a:stretch>
            <a:fillRect/>
          </a:stretch>
        </p:blipFill>
        <p:spPr>
          <a:xfrm>
            <a:off x="20" y="3195484"/>
            <a:ext cx="9143980" cy="366251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7F77-EF78-E554-977C-887C0AD3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By Deepan Mehta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Insights</a:t>
            </a:r>
            <a:endParaRPr lang="en-IN" dirty="0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0EABCF65-8C94-BB9C-1A94-1BEE910E8E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4CAAB-7946-6083-CCD1-B48D7D47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Recommendations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D02CD-C543-94E7-378B-0B0E20D8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CEA4136-0AFC-B2FE-E956-C7606B418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595902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IN" sz="4200"/>
              <a:t>Conclusion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Behavioral differences </a:t>
            </a:r>
            <a:r>
              <a:rPr lang="en-US" sz="2000" dirty="0"/>
              <a:t>provide a strong foundation  for targeted marketing strategies and membership growth</a:t>
            </a:r>
            <a:r>
              <a:rPr lang="en-US" sz="1900" dirty="0"/>
              <a:t>.</a:t>
            </a:r>
          </a:p>
        </p:txBody>
      </p:sp>
      <p:pic>
        <p:nvPicPr>
          <p:cNvPr id="6" name="Picture 5" descr="Colorful carved figures of humans">
            <a:extLst>
              <a:ext uri="{FF2B5EF4-FFF2-40B4-BE49-F238E27FC236}">
                <a16:creationId xmlns:a16="http://schemas.microsoft.com/office/drawing/2014/main" id="{A55E8CD3-D618-7248-EB97-D38FA762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40" r="26107" b="-1"/>
          <a:stretch>
            <a:fillRect/>
          </a:stretch>
        </p:blipFill>
        <p:spPr>
          <a:xfrm>
            <a:off x="3246185" y="2290936"/>
            <a:ext cx="2642486" cy="395935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DDAC5-BA97-BDB7-8A73-AAE3FB0A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r>
              <a:rPr lang="en-IN" sz="4800" dirty="0"/>
              <a:t>Tools Used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5DF9D-0143-899E-1164-16F4801E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32040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By Deepan Mehta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43C99F0-4D6A-A16A-191D-26B87C91DC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22160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IN" sz="4200"/>
              <a:t>Thank You</a:t>
            </a:r>
          </a:p>
        </p:txBody>
      </p:sp>
      <p:pic>
        <p:nvPicPr>
          <p:cNvPr id="6" name="Picture 5" descr="Person holding mouse">
            <a:extLst>
              <a:ext uri="{FF2B5EF4-FFF2-40B4-BE49-F238E27FC236}">
                <a16:creationId xmlns:a16="http://schemas.microsoft.com/office/drawing/2014/main" id="{D8517A4D-13BF-BE4E-7759-5AFF5914F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48" b="8168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r>
              <a:rPr lang="en-US" sz="1900"/>
              <a:t>Questions? </a:t>
            </a:r>
          </a:p>
          <a:p>
            <a:r>
              <a:rPr lang="en-US" sz="1900"/>
              <a:t>Contact me at the e-mail id given on the profile.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3B70F-3597-F9EF-E6BB-F273990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By Deepan Mehta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681</Words>
  <Application>Microsoft Office PowerPoint</Application>
  <PresentationFormat>On-screen Show (4:3)</PresentationFormat>
  <Paragraphs>150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Office Theme</vt:lpstr>
      <vt:lpstr>Cyclistic Bike-Share Analysis</vt:lpstr>
      <vt:lpstr>Business Context</vt:lpstr>
      <vt:lpstr>Objective</vt:lpstr>
      <vt:lpstr>Data Sources https://divvy-tripdata.s3.amazonaws.com/index.html</vt:lpstr>
      <vt:lpstr>ETL Process - Python</vt:lpstr>
      <vt:lpstr>Data Cleaning</vt:lpstr>
      <vt:lpstr>Feature Engineering</vt:lpstr>
      <vt:lpstr>User Type Standardization</vt:lpstr>
      <vt:lpstr>Dataset Summary</vt:lpstr>
      <vt:lpstr>Ride Count by User Type</vt:lpstr>
      <vt:lpstr>Average Ride Length by User Type</vt:lpstr>
      <vt:lpstr>Ride Distribution by Day of Week</vt:lpstr>
      <vt:lpstr>Hourly Ride Distribution</vt:lpstr>
      <vt:lpstr>Ride Distribution by Time Period</vt:lpstr>
      <vt:lpstr>Ride Category Distribution</vt:lpstr>
      <vt:lpstr>Key Insights</vt:lpstr>
      <vt:lpstr>Recommendations</vt:lpstr>
      <vt:lpstr>Conclusion</vt:lpstr>
      <vt:lpstr>Tools Used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Deepan Mehta</cp:lastModifiedBy>
  <cp:revision>1</cp:revision>
  <dcterms:created xsi:type="dcterms:W3CDTF">2013-01-27T09:14:16Z</dcterms:created>
  <dcterms:modified xsi:type="dcterms:W3CDTF">2026-04-07T08:32:46Z</dcterms:modified>
  <cp:category/>
</cp:coreProperties>
</file>